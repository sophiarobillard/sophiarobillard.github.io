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5"/>
  </p:notesMasterIdLst>
  <p:sldIdLst>
    <p:sldId id="256" r:id="rId2"/>
    <p:sldId id="257" r:id="rId3"/>
    <p:sldId id="267" r:id="rId4"/>
    <p:sldId id="259" r:id="rId5"/>
    <p:sldId id="260" r:id="rId6"/>
    <p:sldId id="263" r:id="rId7"/>
    <p:sldId id="265" r:id="rId8"/>
    <p:sldId id="266" r:id="rId9"/>
    <p:sldId id="261" r:id="rId10"/>
    <p:sldId id="264" r:id="rId11"/>
    <p:sldId id="258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803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EEF5B-F4D5-F6E3-FCAB-642AA68873D0}" v="97" dt="2026-06-05T16:16:46.352"/>
    <p1510:client id="{5F46F190-E0A0-58C1-789C-7368ECF6FA21}" v="58" dt="2026-06-05T19:28:35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Robillard" userId="S::sophiaro@uw.edu::63275467-9110-476e-80bc-6afeb36a8f30" providerId="AD" clId="Web-{7F1641F4-A5B2-9091-2370-625FBB9F77CD}"/>
    <pc:docChg chg="addSld modSld sldOrd">
      <pc:chgData name="Sophia Robillard" userId="S::sophiaro@uw.edu::63275467-9110-476e-80bc-6afeb36a8f30" providerId="AD" clId="Web-{7F1641F4-A5B2-9091-2370-625FBB9F77CD}" dt="2026-05-25T22:53:45.029" v="117"/>
      <pc:docMkLst>
        <pc:docMk/>
      </pc:docMkLst>
      <pc:sldChg chg="modSp">
        <pc:chgData name="Sophia Robillard" userId="S::sophiaro@uw.edu::63275467-9110-476e-80bc-6afeb36a8f30" providerId="AD" clId="Web-{7F1641F4-A5B2-9091-2370-625FBB9F77CD}" dt="2026-05-25T22:49:03.274" v="111" actId="20577"/>
        <pc:sldMkLst>
          <pc:docMk/>
          <pc:sldMk cId="3328821889" sldId="257"/>
        </pc:sldMkLst>
        <pc:spChg chg="mod">
          <ac:chgData name="Sophia Robillard" userId="S::sophiaro@uw.edu::63275467-9110-476e-80bc-6afeb36a8f30" providerId="AD" clId="Web-{7F1641F4-A5B2-9091-2370-625FBB9F77CD}" dt="2026-05-25T22:49:03.274" v="111" actId="20577"/>
          <ac:spMkLst>
            <pc:docMk/>
            <pc:sldMk cId="3328821889" sldId="257"/>
            <ac:spMk id="4" creationId="{3708310F-9F45-9C12-098B-D61C4BA334EA}"/>
          </ac:spMkLst>
        </pc:spChg>
      </pc:sldChg>
      <pc:sldChg chg="modSp">
        <pc:chgData name="Sophia Robillard" userId="S::sophiaro@uw.edu::63275467-9110-476e-80bc-6afeb36a8f30" providerId="AD" clId="Web-{7F1641F4-A5B2-9091-2370-625FBB9F77CD}" dt="2026-05-25T22:18:35.918" v="4" actId="14100"/>
        <pc:sldMkLst>
          <pc:docMk/>
          <pc:sldMk cId="2980570407" sldId="260"/>
        </pc:sldMkLst>
        <pc:picChg chg="mod">
          <ac:chgData name="Sophia Robillard" userId="S::sophiaro@uw.edu::63275467-9110-476e-80bc-6afeb36a8f30" providerId="AD" clId="Web-{7F1641F4-A5B2-9091-2370-625FBB9F77CD}" dt="2026-05-25T22:18:32.793" v="3" actId="1076"/>
          <ac:picMkLst>
            <pc:docMk/>
            <pc:sldMk cId="2980570407" sldId="260"/>
            <ac:picMk id="13" creationId="{722F2EC6-1048-0F1A-9615-FCAC2B3CE8C3}"/>
          </ac:picMkLst>
        </pc:picChg>
        <pc:cxnChg chg="mod">
          <ac:chgData name="Sophia Robillard" userId="S::sophiaro@uw.edu::63275467-9110-476e-80bc-6afeb36a8f30" providerId="AD" clId="Web-{7F1641F4-A5B2-9091-2370-625FBB9F77CD}" dt="2026-05-25T22:18:35.918" v="4" actId="14100"/>
          <ac:cxnSpMkLst>
            <pc:docMk/>
            <pc:sldMk cId="2980570407" sldId="260"/>
            <ac:cxnSpMk id="14" creationId="{74BCCD60-347C-31BA-F616-5F79FAE29A3C}"/>
          </ac:cxnSpMkLst>
        </pc:cxnChg>
      </pc:sldChg>
      <pc:sldChg chg="addSp delSp modSp">
        <pc:chgData name="Sophia Robillard" userId="S::sophiaro@uw.edu::63275467-9110-476e-80bc-6afeb36a8f30" providerId="AD" clId="Web-{7F1641F4-A5B2-9091-2370-625FBB9F77CD}" dt="2026-05-25T22:36:24.804" v="93"/>
        <pc:sldMkLst>
          <pc:docMk/>
          <pc:sldMk cId="2910897592" sldId="262"/>
        </pc:sldMkLst>
      </pc:sldChg>
      <pc:sldChg chg="addSp modSp">
        <pc:chgData name="Sophia Robillard" userId="S::sophiaro@uw.edu::63275467-9110-476e-80bc-6afeb36a8f30" providerId="AD" clId="Web-{7F1641F4-A5B2-9091-2370-625FBB9F77CD}" dt="2026-05-25T22:27:02.801" v="40" actId="20577"/>
        <pc:sldMkLst>
          <pc:docMk/>
          <pc:sldMk cId="674701023" sldId="263"/>
        </pc:sldMkLst>
        <pc:spChg chg="add mod">
          <ac:chgData name="Sophia Robillard" userId="S::sophiaro@uw.edu::63275467-9110-476e-80bc-6afeb36a8f30" providerId="AD" clId="Web-{7F1641F4-A5B2-9091-2370-625FBB9F77CD}" dt="2026-05-25T22:27:02.801" v="40" actId="20577"/>
          <ac:spMkLst>
            <pc:docMk/>
            <pc:sldMk cId="674701023" sldId="263"/>
            <ac:spMk id="8" creationId="{D7446755-8F2D-49BA-6CEE-DCBDADF9504C}"/>
          </ac:spMkLst>
        </pc:spChg>
        <pc:spChg chg="add mod">
          <ac:chgData name="Sophia Robillard" userId="S::sophiaro@uw.edu::63275467-9110-476e-80bc-6afeb36a8f30" providerId="AD" clId="Web-{7F1641F4-A5B2-9091-2370-625FBB9F77CD}" dt="2026-05-25T22:23:31.940" v="34" actId="1076"/>
          <ac:spMkLst>
            <pc:docMk/>
            <pc:sldMk cId="674701023" sldId="263"/>
            <ac:spMk id="10" creationId="{5005AE6B-3F7A-4264-F540-D62F41DA291A}"/>
          </ac:spMkLst>
        </pc:spChg>
        <pc:picChg chg="mod">
          <ac:chgData name="Sophia Robillard" userId="S::sophiaro@uw.edu::63275467-9110-476e-80bc-6afeb36a8f30" providerId="AD" clId="Web-{7F1641F4-A5B2-9091-2370-625FBB9F77CD}" dt="2026-05-25T22:16:58.214" v="1"/>
          <ac:picMkLst>
            <pc:docMk/>
            <pc:sldMk cId="674701023" sldId="263"/>
            <ac:picMk id="13" creationId="{A2278E40-E88C-839C-C2A9-F2D841B1F772}"/>
          </ac:picMkLst>
        </pc:picChg>
        <pc:cxnChg chg="mod">
          <ac:chgData name="Sophia Robillard" userId="S::sophiaro@uw.edu::63275467-9110-476e-80bc-6afeb36a8f30" providerId="AD" clId="Web-{7F1641F4-A5B2-9091-2370-625FBB9F77CD}" dt="2026-05-25T22:20:21.903" v="6"/>
          <ac:cxnSpMkLst>
            <pc:docMk/>
            <pc:sldMk cId="674701023" sldId="263"/>
            <ac:cxnSpMk id="14" creationId="{682AAD05-A879-32BB-CC3C-6BACBD27A20C}"/>
          </ac:cxnSpMkLst>
        </pc:cxnChg>
        <pc:cxnChg chg="mod">
          <ac:chgData name="Sophia Robillard" userId="S::sophiaro@uw.edu::63275467-9110-476e-80bc-6afeb36a8f30" providerId="AD" clId="Web-{7F1641F4-A5B2-9091-2370-625FBB9F77CD}" dt="2026-05-25T22:20:25.903" v="7"/>
          <ac:cxnSpMkLst>
            <pc:docMk/>
            <pc:sldMk cId="674701023" sldId="263"/>
            <ac:cxnSpMk id="17" creationId="{32C5101A-0F58-3F42-10DE-3C29DDF82350}"/>
          </ac:cxnSpMkLst>
        </pc:cxnChg>
      </pc:sldChg>
      <pc:sldChg chg="addSp modSp">
        <pc:chgData name="Sophia Robillard" userId="S::sophiaro@uw.edu::63275467-9110-476e-80bc-6afeb36a8f30" providerId="AD" clId="Web-{7F1641F4-A5B2-9091-2370-625FBB9F77CD}" dt="2026-05-25T22:35:09.163" v="75" actId="1076"/>
        <pc:sldMkLst>
          <pc:docMk/>
          <pc:sldMk cId="3439504424" sldId="264"/>
        </pc:sldMkLst>
        <pc:picChg chg="add mod modCrop">
          <ac:chgData name="Sophia Robillard" userId="S::sophiaro@uw.edu::63275467-9110-476e-80bc-6afeb36a8f30" providerId="AD" clId="Web-{7F1641F4-A5B2-9091-2370-625FBB9F77CD}" dt="2026-05-25T22:35:09.163" v="75" actId="1076"/>
          <ac:picMkLst>
            <pc:docMk/>
            <pc:sldMk cId="3439504424" sldId="264"/>
            <ac:picMk id="5" creationId="{F1E68EB8-E922-FA72-3117-C154DB2F1ACA}"/>
          </ac:picMkLst>
        </pc:picChg>
      </pc:sldChg>
      <pc:sldChg chg="addSp modSp">
        <pc:chgData name="Sophia Robillard" userId="S::sophiaro@uw.edu::63275467-9110-476e-80bc-6afeb36a8f30" providerId="AD" clId="Web-{7F1641F4-A5B2-9091-2370-625FBB9F77CD}" dt="2026-05-25T22:28:14.754" v="55" actId="1076"/>
        <pc:sldMkLst>
          <pc:docMk/>
          <pc:sldMk cId="2371655272" sldId="265"/>
        </pc:sldMkLst>
        <pc:spChg chg="mod">
          <ac:chgData name="Sophia Robillard" userId="S::sophiaro@uw.edu::63275467-9110-476e-80bc-6afeb36a8f30" providerId="AD" clId="Web-{7F1641F4-A5B2-9091-2370-625FBB9F77CD}" dt="2026-05-25T22:21:22.657" v="16" actId="20577"/>
          <ac:spMkLst>
            <pc:docMk/>
            <pc:sldMk cId="2371655272" sldId="265"/>
            <ac:spMk id="4" creationId="{13E5D78F-F7B7-AAB7-676F-8B2FDFBD0F25}"/>
          </ac:spMkLst>
        </pc:spChg>
        <pc:spChg chg="add mod">
          <ac:chgData name="Sophia Robillard" userId="S::sophiaro@uw.edu::63275467-9110-476e-80bc-6afeb36a8f30" providerId="AD" clId="Web-{7F1641F4-A5B2-9091-2370-625FBB9F77CD}" dt="2026-05-25T22:27:21.145" v="46" actId="1076"/>
          <ac:spMkLst>
            <pc:docMk/>
            <pc:sldMk cId="2371655272" sldId="265"/>
            <ac:spMk id="10" creationId="{6591DCF4-A597-3483-0533-F13711963B82}"/>
          </ac:spMkLst>
        </pc:spChg>
        <pc:spChg chg="add mod">
          <ac:chgData name="Sophia Robillard" userId="S::sophiaro@uw.edu::63275467-9110-476e-80bc-6afeb36a8f30" providerId="AD" clId="Web-{7F1641F4-A5B2-9091-2370-625FBB9F77CD}" dt="2026-05-25T22:28:14.754" v="55" actId="1076"/>
          <ac:spMkLst>
            <pc:docMk/>
            <pc:sldMk cId="2371655272" sldId="265"/>
            <ac:spMk id="12" creationId="{F15C24EE-2B2A-607E-2233-1A6CF7D5E07A}"/>
          </ac:spMkLst>
        </pc:spChg>
        <pc:picChg chg="mod">
          <ac:chgData name="Sophia Robillard" userId="S::sophiaro@uw.edu::63275467-9110-476e-80bc-6afeb36a8f30" providerId="AD" clId="Web-{7F1641F4-A5B2-9091-2370-625FBB9F77CD}" dt="2026-05-25T22:16:52.464" v="0" actId="1076"/>
          <ac:picMkLst>
            <pc:docMk/>
            <pc:sldMk cId="2371655272" sldId="265"/>
            <ac:picMk id="6" creationId="{5C77F2FD-C203-3261-FAAB-417933B3D2A0}"/>
          </ac:picMkLst>
        </pc:picChg>
        <pc:cxnChg chg="add mod">
          <ac:chgData name="Sophia Robillard" userId="S::sophiaro@uw.edu::63275467-9110-476e-80bc-6afeb36a8f30" providerId="AD" clId="Web-{7F1641F4-A5B2-9091-2370-625FBB9F77CD}" dt="2026-05-25T22:21:05.532" v="11"/>
          <ac:cxnSpMkLst>
            <pc:docMk/>
            <pc:sldMk cId="2371655272" sldId="265"/>
            <ac:cxnSpMk id="8" creationId="{153B22C6-9004-2334-C04D-D85DC12489C2}"/>
          </ac:cxnSpMkLst>
        </pc:cxnChg>
      </pc:sldChg>
      <pc:sldChg chg="addSp modSp">
        <pc:chgData name="Sophia Robillard" userId="S::sophiaro@uw.edu::63275467-9110-476e-80bc-6afeb36a8f30" providerId="AD" clId="Web-{7F1641F4-A5B2-9091-2370-625FBB9F77CD}" dt="2026-05-25T22:33:45.757" v="65" actId="1076"/>
        <pc:sldMkLst>
          <pc:docMk/>
          <pc:sldMk cId="1794997923" sldId="266"/>
        </pc:sldMkLst>
        <pc:spChg chg="mod">
          <ac:chgData name="Sophia Robillard" userId="S::sophiaro@uw.edu::63275467-9110-476e-80bc-6afeb36a8f30" providerId="AD" clId="Web-{7F1641F4-A5B2-9091-2370-625FBB9F77CD}" dt="2026-05-25T22:21:41.470" v="21" actId="20577"/>
          <ac:spMkLst>
            <pc:docMk/>
            <pc:sldMk cId="1794997923" sldId="266"/>
            <ac:spMk id="4" creationId="{E4457672-9C75-572A-7958-537FE44F62F7}"/>
          </ac:spMkLst>
        </pc:spChg>
        <pc:spChg chg="add mod">
          <ac:chgData name="Sophia Robillard" userId="S::sophiaro@uw.edu::63275467-9110-476e-80bc-6afeb36a8f30" providerId="AD" clId="Web-{7F1641F4-A5B2-9091-2370-625FBB9F77CD}" dt="2026-05-25T22:28:35.208" v="63" actId="1076"/>
          <ac:spMkLst>
            <pc:docMk/>
            <pc:sldMk cId="1794997923" sldId="266"/>
            <ac:spMk id="8" creationId="{0F419789-1DBF-3EFB-BB27-0C9AF19E7A52}"/>
          </ac:spMkLst>
        </pc:spChg>
        <pc:picChg chg="add mod">
          <ac:chgData name="Sophia Robillard" userId="S::sophiaro@uw.edu::63275467-9110-476e-80bc-6afeb36a8f30" providerId="AD" clId="Web-{7F1641F4-A5B2-9091-2370-625FBB9F77CD}" dt="2026-05-25T22:28:30.739" v="62" actId="1076"/>
          <ac:picMkLst>
            <pc:docMk/>
            <pc:sldMk cId="1794997923" sldId="266"/>
            <ac:picMk id="5" creationId="{DCFF5EA6-4B1C-0D39-BF36-4A6191432FB7}"/>
          </ac:picMkLst>
        </pc:picChg>
        <pc:picChg chg="add mod">
          <ac:chgData name="Sophia Robillard" userId="S::sophiaro@uw.edu::63275467-9110-476e-80bc-6afeb36a8f30" providerId="AD" clId="Web-{7F1641F4-A5B2-9091-2370-625FBB9F77CD}" dt="2026-05-25T22:33:45.757" v="65" actId="1076"/>
          <ac:picMkLst>
            <pc:docMk/>
            <pc:sldMk cId="1794997923" sldId="266"/>
            <ac:picMk id="9" creationId="{99BBEFDA-DA4A-0ACD-215C-80E07B39FCCB}"/>
          </ac:picMkLst>
        </pc:picChg>
      </pc:sldChg>
      <pc:sldChg chg="addSp delSp modSp add mod ord replId modShow">
        <pc:chgData name="Sophia Robillard" userId="S::sophiaro@uw.edu::63275467-9110-476e-80bc-6afeb36a8f30" providerId="AD" clId="Web-{7F1641F4-A5B2-9091-2370-625FBB9F77CD}" dt="2026-05-25T22:53:45.029" v="117"/>
        <pc:sldMkLst>
          <pc:docMk/>
          <pc:sldMk cId="2641486663" sldId="267"/>
        </pc:sldMkLst>
        <pc:spChg chg="mod">
          <ac:chgData name="Sophia Robillard" userId="S::sophiaro@uw.edu::63275467-9110-476e-80bc-6afeb36a8f30" providerId="AD" clId="Web-{7F1641F4-A5B2-9091-2370-625FBB9F77CD}" dt="2026-05-25T22:48:32.696" v="99" actId="20577"/>
          <ac:spMkLst>
            <pc:docMk/>
            <pc:sldMk cId="2641486663" sldId="267"/>
            <ac:spMk id="2" creationId="{138B58C3-01F9-795E-3794-31A79FC39E9A}"/>
          </ac:spMkLst>
        </pc:spChg>
        <pc:spChg chg="mod">
          <ac:chgData name="Sophia Robillard" userId="S::sophiaro@uw.edu::63275467-9110-476e-80bc-6afeb36a8f30" providerId="AD" clId="Web-{7F1641F4-A5B2-9091-2370-625FBB9F77CD}" dt="2026-05-25T22:49:09.056" v="115" actId="20577"/>
          <ac:spMkLst>
            <pc:docMk/>
            <pc:sldMk cId="2641486663" sldId="267"/>
            <ac:spMk id="4" creationId="{3E92F572-C2CB-4984-5426-11A0558B904D}"/>
          </ac:spMkLst>
        </pc:spChg>
      </pc:sldChg>
    </pc:docChg>
  </pc:docChgLst>
  <pc:docChgLst>
    <pc:chgData name="Sophia Robillard" userId="S::sophiaro@uw.edu::63275467-9110-476e-80bc-6afeb36a8f30" providerId="AD" clId="Web-{5F46F190-E0A0-58C1-789C-7368ECF6FA21}"/>
    <pc:docChg chg="addSld modSld sldOrd">
      <pc:chgData name="Sophia Robillard" userId="S::sophiaro@uw.edu::63275467-9110-476e-80bc-6afeb36a8f30" providerId="AD" clId="Web-{5F46F190-E0A0-58C1-789C-7368ECF6FA21}" dt="2026-06-05T19:28:35.265" v="54"/>
      <pc:docMkLst>
        <pc:docMk/>
      </pc:docMkLst>
      <pc:sldChg chg="addSp delSp modSp new ord">
        <pc:chgData name="Sophia Robillard" userId="S::sophiaro@uw.edu::63275467-9110-476e-80bc-6afeb36a8f30" providerId="AD" clId="Web-{5F46F190-E0A0-58C1-789C-7368ECF6FA21}" dt="2026-06-05T19:28:35.265" v="54"/>
        <pc:sldMkLst>
          <pc:docMk/>
          <pc:sldMk cId="1610486213" sldId="268"/>
        </pc:sldMkLst>
        <pc:spChg chg="del">
          <ac:chgData name="Sophia Robillard" userId="S::sophiaro@uw.edu::63275467-9110-476e-80bc-6afeb36a8f30" providerId="AD" clId="Web-{5F46F190-E0A0-58C1-789C-7368ECF6FA21}" dt="2026-06-05T19:07:32.447" v="7"/>
          <ac:spMkLst>
            <pc:docMk/>
            <pc:sldMk cId="1610486213" sldId="268"/>
            <ac:spMk id="2" creationId="{A223D6A6-C794-58FE-C27C-89FA68AFAB9C}"/>
          </ac:spMkLst>
        </pc:spChg>
        <pc:spChg chg="del">
          <ac:chgData name="Sophia Robillard" userId="S::sophiaro@uw.edu::63275467-9110-476e-80bc-6afeb36a8f30" providerId="AD" clId="Web-{5F46F190-E0A0-58C1-789C-7368ECF6FA21}" dt="2026-06-05T19:06:25.885" v="1"/>
          <ac:spMkLst>
            <pc:docMk/>
            <pc:sldMk cId="1610486213" sldId="268"/>
            <ac:spMk id="3" creationId="{79124890-954D-94AA-F58B-D6918AFFC27B}"/>
          </ac:spMkLst>
        </pc:spChg>
        <pc:spChg chg="del">
          <ac:chgData name="Sophia Robillard" userId="S::sophiaro@uw.edu::63275467-9110-476e-80bc-6afeb36a8f30" providerId="AD" clId="Web-{5F46F190-E0A0-58C1-789C-7368ECF6FA21}" dt="2026-06-05T19:07:32.447" v="6"/>
          <ac:spMkLst>
            <pc:docMk/>
            <pc:sldMk cId="1610486213" sldId="268"/>
            <ac:spMk id="4" creationId="{2400D218-B825-FA6B-BD6F-6BEB6AF3D4D8}"/>
          </ac:spMkLst>
        </pc:spChg>
        <pc:spChg chg="add del mod">
          <ac:chgData name="Sophia Robillard" userId="S::sophiaro@uw.edu::63275467-9110-476e-80bc-6afeb36a8f30" providerId="AD" clId="Web-{5F46F190-E0A0-58C1-789C-7368ECF6FA21}" dt="2026-06-05T19:07:32.432" v="5"/>
          <ac:spMkLst>
            <pc:docMk/>
            <pc:sldMk cId="1610486213" sldId="268"/>
            <ac:spMk id="7" creationId="{BF743746-B45D-15FC-AAE8-43A01F25D948}"/>
          </ac:spMkLst>
        </pc:spChg>
        <pc:spChg chg="add mod">
          <ac:chgData name="Sophia Robillard" userId="S::sophiaro@uw.edu::63275467-9110-476e-80bc-6afeb36a8f30" providerId="AD" clId="Web-{5F46F190-E0A0-58C1-789C-7368ECF6FA21}" dt="2026-06-05T19:08:48.932" v="23"/>
          <ac:spMkLst>
            <pc:docMk/>
            <pc:sldMk cId="1610486213" sldId="268"/>
            <ac:spMk id="9" creationId="{C872968C-E53C-FFC9-E649-9ADD15F42016}"/>
          </ac:spMkLst>
        </pc:spChg>
        <pc:spChg chg="add mod">
          <ac:chgData name="Sophia Robillard" userId="S::sophiaro@uw.edu::63275467-9110-476e-80bc-6afeb36a8f30" providerId="AD" clId="Web-{5F46F190-E0A0-58C1-789C-7368ECF6FA21}" dt="2026-06-05T19:08:29.666" v="19" actId="1076"/>
          <ac:spMkLst>
            <pc:docMk/>
            <pc:sldMk cId="1610486213" sldId="268"/>
            <ac:spMk id="19" creationId="{285B7CFD-5566-F8B5-3165-5FC6EF30A573}"/>
          </ac:spMkLst>
        </pc:spChg>
        <pc:spChg chg="add mod">
          <ac:chgData name="Sophia Robillard" userId="S::sophiaro@uw.edu::63275467-9110-476e-80bc-6afeb36a8f30" providerId="AD" clId="Web-{5F46F190-E0A0-58C1-789C-7368ECF6FA21}" dt="2026-06-05T19:09:41.682" v="35" actId="1076"/>
          <ac:spMkLst>
            <pc:docMk/>
            <pc:sldMk cId="1610486213" sldId="268"/>
            <ac:spMk id="21" creationId="{B88198A8-A70B-F935-9D11-CD68C7CF3B08}"/>
          </ac:spMkLst>
        </pc:spChg>
        <pc:spChg chg="add mod">
          <ac:chgData name="Sophia Robillard" userId="S::sophiaro@uw.edu::63275467-9110-476e-80bc-6afeb36a8f30" providerId="AD" clId="Web-{5F46F190-E0A0-58C1-789C-7368ECF6FA21}" dt="2026-06-05T19:09:47.120" v="36" actId="1076"/>
          <ac:spMkLst>
            <pc:docMk/>
            <pc:sldMk cId="1610486213" sldId="268"/>
            <ac:spMk id="23" creationId="{8BE1AE9A-D27F-1A07-EEDE-61479C897CCE}"/>
          </ac:spMkLst>
        </pc:spChg>
        <pc:spChg chg="add mod">
          <ac:chgData name="Sophia Robillard" userId="S::sophiaro@uw.edu::63275467-9110-476e-80bc-6afeb36a8f30" providerId="AD" clId="Web-{5F46F190-E0A0-58C1-789C-7368ECF6FA21}" dt="2026-06-05T19:09:53.464" v="38" actId="1076"/>
          <ac:spMkLst>
            <pc:docMk/>
            <pc:sldMk cId="1610486213" sldId="268"/>
            <ac:spMk id="29" creationId="{EA7BF0AE-5A9E-2E8B-04DB-7D1776FCF0C9}"/>
          </ac:spMkLst>
        </pc:spChg>
        <pc:spChg chg="add mod">
          <ac:chgData name="Sophia Robillard" userId="S::sophiaro@uw.edu::63275467-9110-476e-80bc-6afeb36a8f30" providerId="AD" clId="Web-{5F46F190-E0A0-58C1-789C-7368ECF6FA21}" dt="2026-06-05T19:09:59.417" v="40" actId="1076"/>
          <ac:spMkLst>
            <pc:docMk/>
            <pc:sldMk cId="1610486213" sldId="268"/>
            <ac:spMk id="31" creationId="{5E77A91E-E527-AA24-72E3-4EA7AE454DC5}"/>
          </ac:spMkLst>
        </pc:spChg>
        <pc:spChg chg="add mod">
          <ac:chgData name="Sophia Robillard" userId="S::sophiaro@uw.edu::63275467-9110-476e-80bc-6afeb36a8f30" providerId="AD" clId="Web-{5F46F190-E0A0-58C1-789C-7368ECF6FA21}" dt="2026-06-05T19:10:49.120" v="47" actId="1076"/>
          <ac:spMkLst>
            <pc:docMk/>
            <pc:sldMk cId="1610486213" sldId="268"/>
            <ac:spMk id="35" creationId="{70E97724-3EC4-C03A-E6AE-0414BFA7117A}"/>
          </ac:spMkLst>
        </pc:spChg>
        <pc:spChg chg="add mod">
          <ac:chgData name="Sophia Robillard" userId="S::sophiaro@uw.edu::63275467-9110-476e-80bc-6afeb36a8f30" providerId="AD" clId="Web-{5F46F190-E0A0-58C1-789C-7368ECF6FA21}" dt="2026-06-05T19:11:11.089" v="52" actId="1076"/>
          <ac:spMkLst>
            <pc:docMk/>
            <pc:sldMk cId="1610486213" sldId="268"/>
            <ac:spMk id="39" creationId="{C8F67F85-CA02-2DAE-D399-F2AD6ED89F88}"/>
          </ac:spMkLst>
        </pc:spChg>
        <pc:picChg chg="add del mod ord">
          <ac:chgData name="Sophia Robillard" userId="S::sophiaro@uw.edu::63275467-9110-476e-80bc-6afeb36a8f30" providerId="AD" clId="Web-{5F46F190-E0A0-58C1-789C-7368ECF6FA21}" dt="2026-06-05T19:07:29.869" v="4"/>
          <ac:picMkLst>
            <pc:docMk/>
            <pc:sldMk cId="1610486213" sldId="268"/>
            <ac:picMk id="5" creationId="{D11E1701-D635-1B5C-6605-4200BA232FF0}"/>
          </ac:picMkLst>
        </pc:picChg>
        <pc:picChg chg="add mod">
          <ac:chgData name="Sophia Robillard" userId="S::sophiaro@uw.edu::63275467-9110-476e-80bc-6afeb36a8f30" providerId="AD" clId="Web-{5F46F190-E0A0-58C1-789C-7368ECF6FA21}" dt="2026-06-05T19:08:29.666" v="18" actId="1076"/>
          <ac:picMkLst>
            <pc:docMk/>
            <pc:sldMk cId="1610486213" sldId="268"/>
            <ac:picMk id="11" creationId="{2746A0E8-20BD-4F53-9788-3ABBBBE5D920}"/>
          </ac:picMkLst>
        </pc:picChg>
        <pc:picChg chg="add mod">
          <ac:chgData name="Sophia Robillard" userId="S::sophiaro@uw.edu::63275467-9110-476e-80bc-6afeb36a8f30" providerId="AD" clId="Web-{5F46F190-E0A0-58C1-789C-7368ECF6FA21}" dt="2026-06-05T19:09:41.682" v="34" actId="1076"/>
          <ac:picMkLst>
            <pc:docMk/>
            <pc:sldMk cId="1610486213" sldId="268"/>
            <ac:picMk id="13" creationId="{A8B4F433-FF1B-7BE5-EBD3-12661D2E0B60}"/>
          </ac:picMkLst>
        </pc:picChg>
        <pc:picChg chg="add mod">
          <ac:chgData name="Sophia Robillard" userId="S::sophiaro@uw.edu::63275467-9110-476e-80bc-6afeb36a8f30" providerId="AD" clId="Web-{5F46F190-E0A0-58C1-789C-7368ECF6FA21}" dt="2026-06-05T19:09:59.417" v="39" actId="1076"/>
          <ac:picMkLst>
            <pc:docMk/>
            <pc:sldMk cId="1610486213" sldId="268"/>
            <ac:picMk id="25" creationId="{136A77EF-FE70-D5DA-24C3-54D5A1D4240B}"/>
          </ac:picMkLst>
        </pc:picChg>
        <pc:picChg chg="add mod">
          <ac:chgData name="Sophia Robillard" userId="S::sophiaro@uw.edu::63275467-9110-476e-80bc-6afeb36a8f30" providerId="AD" clId="Web-{5F46F190-E0A0-58C1-789C-7368ECF6FA21}" dt="2026-06-05T19:09:53.448" v="37" actId="1076"/>
          <ac:picMkLst>
            <pc:docMk/>
            <pc:sldMk cId="1610486213" sldId="268"/>
            <ac:picMk id="27" creationId="{69215287-6961-339E-E006-BB020B19AC2B}"/>
          </ac:picMkLst>
        </pc:picChg>
        <pc:picChg chg="add mod">
          <ac:chgData name="Sophia Robillard" userId="S::sophiaro@uw.edu::63275467-9110-476e-80bc-6afeb36a8f30" providerId="AD" clId="Web-{5F46F190-E0A0-58C1-789C-7368ECF6FA21}" dt="2026-06-05T19:11:11.089" v="51" actId="1076"/>
          <ac:picMkLst>
            <pc:docMk/>
            <pc:sldMk cId="1610486213" sldId="268"/>
            <ac:picMk id="37" creationId="{647F1324-4DA9-E06E-856D-DF371020F8D0}"/>
          </ac:picMkLst>
        </pc:picChg>
        <pc:picChg chg="add mod">
          <ac:chgData name="Sophia Robillard" userId="S::sophiaro@uw.edu::63275467-9110-476e-80bc-6afeb36a8f30" providerId="AD" clId="Web-{5F46F190-E0A0-58C1-789C-7368ECF6FA21}" dt="2026-06-05T19:11:11.105" v="53" actId="1076"/>
          <ac:picMkLst>
            <pc:docMk/>
            <pc:sldMk cId="1610486213" sldId="268"/>
            <ac:picMk id="41" creationId="{D40DDE1F-37F7-D604-5862-B547C3C62834}"/>
          </ac:picMkLst>
        </pc:picChg>
        <pc:cxnChg chg="add del">
          <ac:chgData name="Sophia Robillard" userId="S::sophiaro@uw.edu::63275467-9110-476e-80bc-6afeb36a8f30" providerId="AD" clId="Web-{5F46F190-E0A0-58C1-789C-7368ECF6FA21}" dt="2026-06-05T19:08:22.448" v="16"/>
          <ac:cxnSpMkLst>
            <pc:docMk/>
            <pc:sldMk cId="1610486213" sldId="268"/>
            <ac:cxnSpMk id="15" creationId="{A16CA01B-FFB3-20FA-B2A6-78C02E569C60}"/>
          </ac:cxnSpMkLst>
        </pc:cxnChg>
        <pc:cxnChg chg="add del">
          <ac:chgData name="Sophia Robillard" userId="S::sophiaro@uw.edu::63275467-9110-476e-80bc-6afeb36a8f30" providerId="AD" clId="Web-{5F46F190-E0A0-58C1-789C-7368ECF6FA21}" dt="2026-06-05T19:08:23.994" v="17"/>
          <ac:cxnSpMkLst>
            <pc:docMk/>
            <pc:sldMk cId="1610486213" sldId="268"/>
            <ac:cxnSpMk id="17" creationId="{12601C22-8DCA-C5D3-8C4D-C3DE9EC5FEF1}"/>
          </ac:cxnSpMkLst>
        </pc:cxnChg>
        <pc:cxnChg chg="add">
          <ac:chgData name="Sophia Robillard" userId="S::sophiaro@uw.edu::63275467-9110-476e-80bc-6afeb36a8f30" providerId="AD" clId="Web-{5F46F190-E0A0-58C1-789C-7368ECF6FA21}" dt="2026-06-05T19:10:11.354" v="41"/>
          <ac:cxnSpMkLst>
            <pc:docMk/>
            <pc:sldMk cId="1610486213" sldId="268"/>
            <ac:cxnSpMk id="32" creationId="{A5BC604B-CA4C-CCD9-BD62-AD5201F4D639}"/>
          </ac:cxnSpMkLst>
        </pc:cxnChg>
        <pc:cxnChg chg="add mod">
          <ac:chgData name="Sophia Robillard" userId="S::sophiaro@uw.edu::63275467-9110-476e-80bc-6afeb36a8f30" providerId="AD" clId="Web-{5F46F190-E0A0-58C1-789C-7368ECF6FA21}" dt="2026-06-05T19:10:21.636" v="43" actId="1076"/>
          <ac:cxnSpMkLst>
            <pc:docMk/>
            <pc:sldMk cId="1610486213" sldId="268"/>
            <ac:cxnSpMk id="33" creationId="{162B7B0C-9558-94C3-4D41-54D719FF993F}"/>
          </ac:cxnSpMkLst>
        </pc:cxnChg>
      </pc:sldChg>
    </pc:docChg>
  </pc:docChgLst>
  <pc:docChgLst>
    <pc:chgData name="Sophia Robillard" userId="S::sophiaro@uw.edu::63275467-9110-476e-80bc-6afeb36a8f30" providerId="AD" clId="Web-{136EEF5B-F4D5-F6E3-FCAB-642AA68873D0}"/>
    <pc:docChg chg="modSld">
      <pc:chgData name="Sophia Robillard" userId="S::sophiaro@uw.edu::63275467-9110-476e-80bc-6afeb36a8f30" providerId="AD" clId="Web-{136EEF5B-F4D5-F6E3-FCAB-642AA68873D0}" dt="2026-06-05T16:16:46.352" v="74" actId="1076"/>
      <pc:docMkLst>
        <pc:docMk/>
      </pc:docMkLst>
      <pc:sldChg chg="addSp modSp">
        <pc:chgData name="Sophia Robillard" userId="S::sophiaro@uw.edu::63275467-9110-476e-80bc-6afeb36a8f30" providerId="AD" clId="Web-{136EEF5B-F4D5-F6E3-FCAB-642AA68873D0}" dt="2026-06-05T16:16:46.352" v="74" actId="1076"/>
        <pc:sldMkLst>
          <pc:docMk/>
          <pc:sldMk cId="3328821889" sldId="257"/>
        </pc:sldMkLst>
        <pc:spChg chg="mod">
          <ac:chgData name="Sophia Robillard" userId="S::sophiaro@uw.edu::63275467-9110-476e-80bc-6afeb36a8f30" providerId="AD" clId="Web-{136EEF5B-F4D5-F6E3-FCAB-642AA68873D0}" dt="2026-06-05T16:16:19.649" v="70" actId="20577"/>
          <ac:spMkLst>
            <pc:docMk/>
            <pc:sldMk cId="3328821889" sldId="257"/>
            <ac:spMk id="4" creationId="{3708310F-9F45-9C12-098B-D61C4BA334EA}"/>
          </ac:spMkLst>
        </pc:spChg>
        <pc:spChg chg="mod">
          <ac:chgData name="Sophia Robillard" userId="S::sophiaro@uw.edu::63275467-9110-476e-80bc-6afeb36a8f30" providerId="AD" clId="Web-{136EEF5B-F4D5-F6E3-FCAB-642AA68873D0}" dt="2026-06-05T16:12:14.086" v="27" actId="1076"/>
          <ac:spMkLst>
            <pc:docMk/>
            <pc:sldMk cId="3328821889" sldId="257"/>
            <ac:spMk id="10" creationId="{4718DAAD-82DA-B656-DDD6-008343B3BA77}"/>
          </ac:spMkLst>
        </pc:spChg>
        <pc:picChg chg="add mod">
          <ac:chgData name="Sophia Robillard" userId="S::sophiaro@uw.edu::63275467-9110-476e-80bc-6afeb36a8f30" providerId="AD" clId="Web-{136EEF5B-F4D5-F6E3-FCAB-642AA68873D0}" dt="2026-06-05T16:16:46.352" v="74" actId="1076"/>
          <ac:picMkLst>
            <pc:docMk/>
            <pc:sldMk cId="3328821889" sldId="257"/>
            <ac:picMk id="6" creationId="{B616E36E-8AC6-0A6D-22DE-857093195EDE}"/>
          </ac:picMkLst>
        </pc:picChg>
      </pc:sldChg>
      <pc:sldChg chg="addSp modSp">
        <pc:chgData name="Sophia Robillard" userId="S::sophiaro@uw.edu::63275467-9110-476e-80bc-6afeb36a8f30" providerId="AD" clId="Web-{136EEF5B-F4D5-F6E3-FCAB-642AA68873D0}" dt="2026-06-05T16:15:04.414" v="61" actId="1076"/>
        <pc:sldMkLst>
          <pc:docMk/>
          <pc:sldMk cId="2641486663" sldId="267"/>
        </pc:sldMkLst>
        <pc:spChg chg="mod">
          <ac:chgData name="Sophia Robillard" userId="S::sophiaro@uw.edu::63275467-9110-476e-80bc-6afeb36a8f30" providerId="AD" clId="Web-{136EEF5B-F4D5-F6E3-FCAB-642AA68873D0}" dt="2026-06-05T16:13:15.086" v="58" actId="20577"/>
          <ac:spMkLst>
            <pc:docMk/>
            <pc:sldMk cId="2641486663" sldId="267"/>
            <ac:spMk id="4" creationId="{3E92F572-C2CB-4984-5426-11A0558B904D}"/>
          </ac:spMkLst>
        </pc:spChg>
        <pc:spChg chg="mod">
          <ac:chgData name="Sophia Robillard" userId="S::sophiaro@uw.edu::63275467-9110-476e-80bc-6afeb36a8f30" providerId="AD" clId="Web-{136EEF5B-F4D5-F6E3-FCAB-642AA68873D0}" dt="2026-06-05T16:10:59.836" v="20" actId="1076"/>
          <ac:spMkLst>
            <pc:docMk/>
            <pc:sldMk cId="2641486663" sldId="267"/>
            <ac:spMk id="10" creationId="{79BDC85F-8C8E-8E8A-C6C9-E1C392E7906F}"/>
          </ac:spMkLst>
        </pc:spChg>
        <pc:picChg chg="add mod">
          <ac:chgData name="Sophia Robillard" userId="S::sophiaro@uw.edu::63275467-9110-476e-80bc-6afeb36a8f30" providerId="AD" clId="Web-{136EEF5B-F4D5-F6E3-FCAB-642AA68873D0}" dt="2026-06-05T16:10:44.086" v="7" actId="14100"/>
          <ac:picMkLst>
            <pc:docMk/>
            <pc:sldMk cId="2641486663" sldId="267"/>
            <ac:picMk id="5" creationId="{893B0B57-7D65-4490-9690-760A5DEEF77E}"/>
          </ac:picMkLst>
        </pc:picChg>
        <pc:picChg chg="add mod">
          <ac:chgData name="Sophia Robillard" userId="S::sophiaro@uw.edu::63275467-9110-476e-80bc-6afeb36a8f30" providerId="AD" clId="Web-{136EEF5B-F4D5-F6E3-FCAB-642AA68873D0}" dt="2026-06-05T16:15:04.414" v="61" actId="1076"/>
          <ac:picMkLst>
            <pc:docMk/>
            <pc:sldMk cId="2641486663" sldId="267"/>
            <ac:picMk id="6" creationId="{EC997900-2163-0924-A7DC-D284A52178A4}"/>
          </ac:picMkLst>
        </pc:picChg>
      </pc:sldChg>
    </pc:docChg>
  </pc:docChgLst>
  <pc:docChgLst>
    <pc:chgData name="Sophia Robillard" userId="S::sophiaro@uw.edu::63275467-9110-476e-80bc-6afeb36a8f30" providerId="AD" clId="Web-{863D422D-0D54-9901-038C-9FBA40E5BC5E}"/>
    <pc:docChg chg="mod addSld modSld sldOrd addMainMaster delMainMaster">
      <pc:chgData name="Sophia Robillard" userId="S::sophiaro@uw.edu::63275467-9110-476e-80bc-6afeb36a8f30" providerId="AD" clId="Web-{863D422D-0D54-9901-038C-9FBA40E5BC5E}" dt="2026-05-25T22:16:20.246" v="1642" actId="14100"/>
      <pc:docMkLst>
        <pc:docMk/>
      </pc:docMkLst>
      <pc:sldChg chg="addSp delSp modSp mod modClrScheme chgLayout">
        <pc:chgData name="Sophia Robillard" userId="S::sophiaro@uw.edu::63275467-9110-476e-80bc-6afeb36a8f30" providerId="AD" clId="Web-{863D422D-0D54-9901-038C-9FBA40E5BC5E}" dt="2026-05-25T00:54:11.343" v="1395" actId="20577"/>
        <pc:sldMkLst>
          <pc:docMk/>
          <pc:sldMk cId="109857222" sldId="256"/>
        </pc:sldMkLst>
        <pc:spChg chg="mod ord">
          <ac:chgData name="Sophia Robillard" userId="S::sophiaro@uw.edu::63275467-9110-476e-80bc-6afeb36a8f30" providerId="AD" clId="Web-{863D422D-0D54-9901-038C-9FBA40E5BC5E}" dt="2026-05-24T23:57:26.431" v="413" actId="107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ophia Robillard" userId="S::sophiaro@uw.edu::63275467-9110-476e-80bc-6afeb36a8f30" providerId="AD" clId="Web-{863D422D-0D54-9901-038C-9FBA40E5BC5E}" dt="2026-05-25T00:54:11.343" v="1395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ophia Robillard" userId="S::sophiaro@uw.edu::63275467-9110-476e-80bc-6afeb36a8f30" providerId="AD" clId="Web-{863D422D-0D54-9901-038C-9FBA40E5BC5E}" dt="2026-05-24T23:55:45.348" v="401"/>
          <ac:spMkLst>
            <pc:docMk/>
            <pc:sldMk cId="109857222" sldId="256"/>
            <ac:spMk id="7" creationId="{B3826D4F-C2D4-E1CF-7CD1-931548E5CD59}"/>
          </ac:spMkLst>
        </pc:spChg>
        <pc:spChg chg="add mod">
          <ac:chgData name="Sophia Robillard" userId="S::sophiaro@uw.edu::63275467-9110-476e-80bc-6afeb36a8f30" providerId="AD" clId="Web-{863D422D-0D54-9901-038C-9FBA40E5BC5E}" dt="2026-05-24T23:55:30.473" v="399" actId="20577"/>
          <ac:spMkLst>
            <pc:docMk/>
            <pc:sldMk cId="109857222" sldId="256"/>
            <ac:spMk id="9" creationId="{C6CD00D5-07AB-3569-B1F7-DAB7A3E07523}"/>
          </ac:spMkLst>
        </pc:spChg>
        <pc:picChg chg="add mod">
          <ac:chgData name="Sophia Robillard" userId="S::sophiaro@uw.edu::63275467-9110-476e-80bc-6afeb36a8f30" providerId="AD" clId="Web-{863D422D-0D54-9901-038C-9FBA40E5BC5E}" dt="2026-05-25T00:01:18.062" v="441" actId="1076"/>
          <ac:picMkLst>
            <pc:docMk/>
            <pc:sldMk cId="109857222" sldId="256"/>
            <ac:picMk id="4" creationId="{9617B7FF-8C9A-ADA4-7EDA-C21E05A48BBE}"/>
          </ac:picMkLst>
        </pc:picChg>
        <pc:picChg chg="add mod">
          <ac:chgData name="Sophia Robillard" userId="S::sophiaro@uw.edu::63275467-9110-476e-80bc-6afeb36a8f30" providerId="AD" clId="Web-{863D422D-0D54-9901-038C-9FBA40E5BC5E}" dt="2026-05-20T03:09:00.074" v="354" actId="1076"/>
          <ac:picMkLst>
            <pc:docMk/>
            <pc:sldMk cId="109857222" sldId="256"/>
            <ac:picMk id="5" creationId="{6C22A402-2F47-0005-C888-6E5EEB10D586}"/>
          </ac:picMkLst>
        </pc:picChg>
        <pc:picChg chg="add mod">
          <ac:chgData name="Sophia Robillard" userId="S::sophiaro@uw.edu::63275467-9110-476e-80bc-6afeb36a8f30" providerId="AD" clId="Web-{863D422D-0D54-9901-038C-9FBA40E5BC5E}" dt="2026-05-20T03:09:03.512" v="355" actId="1076"/>
          <ac:picMkLst>
            <pc:docMk/>
            <pc:sldMk cId="109857222" sldId="256"/>
            <ac:picMk id="6" creationId="{4C83C2DE-29CE-8C3E-3EE1-A9A2682E196F}"/>
          </ac:picMkLst>
        </pc:picChg>
        <pc:picChg chg="add mod modCrop">
          <ac:chgData name="Sophia Robillard" userId="S::sophiaro@uw.edu::63275467-9110-476e-80bc-6afeb36a8f30" providerId="AD" clId="Web-{863D422D-0D54-9901-038C-9FBA40E5BC5E}" dt="2026-05-24T23:58:43.103" v="427" actId="1076"/>
          <ac:picMkLst>
            <pc:docMk/>
            <pc:sldMk cId="109857222" sldId="256"/>
            <ac:picMk id="8" creationId="{EC8CC839-A9D9-E11A-99C0-815DDAA1FF49}"/>
          </ac:picMkLst>
        </pc:picChg>
        <pc:picChg chg="add mod modCrop">
          <ac:chgData name="Sophia Robillard" userId="S::sophiaro@uw.edu::63275467-9110-476e-80bc-6afeb36a8f30" providerId="AD" clId="Web-{863D422D-0D54-9901-038C-9FBA40E5BC5E}" dt="2026-05-25T00:01:22.906" v="443" actId="1076"/>
          <ac:picMkLst>
            <pc:docMk/>
            <pc:sldMk cId="109857222" sldId="256"/>
            <ac:picMk id="10" creationId="{9A019ED5-E693-CB50-BB25-793BB62A8EA2}"/>
          </ac:picMkLst>
        </pc:picChg>
        <pc:picChg chg="add mod modCrop">
          <ac:chgData name="Sophia Robillard" userId="S::sophiaro@uw.edu::63275467-9110-476e-80bc-6afeb36a8f30" providerId="AD" clId="Web-{863D422D-0D54-9901-038C-9FBA40E5BC5E}" dt="2026-05-25T00:01:28.313" v="445" actId="1076"/>
          <ac:picMkLst>
            <pc:docMk/>
            <pc:sldMk cId="109857222" sldId="256"/>
            <ac:picMk id="11" creationId="{41DD2B29-E93A-4B56-C527-CAE97B924931}"/>
          </ac:picMkLst>
        </pc:picChg>
      </pc:sldChg>
      <pc:sldChg chg="addSp delSp modSp new mod modClrScheme chgLayout">
        <pc:chgData name="Sophia Robillard" userId="S::sophiaro@uw.edu::63275467-9110-476e-80bc-6afeb36a8f30" providerId="AD" clId="Web-{863D422D-0D54-9901-038C-9FBA40E5BC5E}" dt="2026-05-25T00:54:17.484" v="1396" actId="20577"/>
        <pc:sldMkLst>
          <pc:docMk/>
          <pc:sldMk cId="3328821889" sldId="257"/>
        </pc:sldMkLst>
        <pc:spChg chg="mod ord">
          <ac:chgData name="Sophia Robillard" userId="S::sophiaro@uw.edu::63275467-9110-476e-80bc-6afeb36a8f30" providerId="AD" clId="Web-{863D422D-0D54-9901-038C-9FBA40E5BC5E}" dt="2026-05-25T00:04:36.037" v="465" actId="1076"/>
          <ac:spMkLst>
            <pc:docMk/>
            <pc:sldMk cId="3328821889" sldId="257"/>
            <ac:spMk id="2" creationId="{CCF67403-A3AC-8F93-E016-BD993E830264}"/>
          </ac:spMkLst>
        </pc:spChg>
        <pc:spChg chg="mod ord">
          <ac:chgData name="Sophia Robillard" userId="S::sophiaro@uw.edu::63275467-9110-476e-80bc-6afeb36a8f30" providerId="AD" clId="Web-{863D422D-0D54-9901-038C-9FBA40E5BC5E}" dt="2026-05-25T00:54:17.484" v="1396" actId="20577"/>
          <ac:spMkLst>
            <pc:docMk/>
            <pc:sldMk cId="3328821889" sldId="257"/>
            <ac:spMk id="4" creationId="{3708310F-9F45-9C12-098B-D61C4BA334EA}"/>
          </ac:spMkLst>
        </pc:spChg>
        <pc:spChg chg="add mod">
          <ac:chgData name="Sophia Robillard" userId="S::sophiaro@uw.edu::63275467-9110-476e-80bc-6afeb36a8f30" providerId="AD" clId="Web-{863D422D-0D54-9901-038C-9FBA40E5BC5E}" dt="2026-05-25T00:02:19.532" v="448"/>
          <ac:spMkLst>
            <pc:docMk/>
            <pc:sldMk cId="3328821889" sldId="257"/>
            <ac:spMk id="7" creationId="{794896BA-5BFC-37E1-CEE6-11583167AF83}"/>
          </ac:spMkLst>
        </pc:spChg>
        <pc:spChg chg="add mod">
          <ac:chgData name="Sophia Robillard" userId="S::sophiaro@uw.edu::63275467-9110-476e-80bc-6afeb36a8f30" providerId="AD" clId="Web-{863D422D-0D54-9901-038C-9FBA40E5BC5E}" dt="2026-05-25T00:03:17.360" v="462" actId="1076"/>
          <ac:spMkLst>
            <pc:docMk/>
            <pc:sldMk cId="3328821889" sldId="257"/>
            <ac:spMk id="10" creationId="{4718DAAD-82DA-B656-DDD6-008343B3BA77}"/>
          </ac:spMkLst>
        </pc:spChg>
        <pc:picChg chg="add mod ord">
          <ac:chgData name="Sophia Robillard" userId="S::sophiaro@uw.edu::63275467-9110-476e-80bc-6afeb36a8f30" providerId="AD" clId="Web-{863D422D-0D54-9901-038C-9FBA40E5BC5E}" dt="2026-05-20T03:02:36.396" v="316" actId="1076"/>
          <ac:picMkLst>
            <pc:docMk/>
            <pc:sldMk cId="3328821889" sldId="257"/>
            <ac:picMk id="5" creationId="{629F5315-23EA-C529-73F7-571AF18CAF4D}"/>
          </ac:picMkLst>
        </pc:picChg>
        <pc:cxnChg chg="add mod">
          <ac:chgData name="Sophia Robillard" userId="S::sophiaro@uw.edu::63275467-9110-476e-80bc-6afeb36a8f30" providerId="AD" clId="Web-{863D422D-0D54-9901-038C-9FBA40E5BC5E}" dt="2026-05-25T00:05:37.308" v="471" actId="1076"/>
          <ac:cxnSpMkLst>
            <pc:docMk/>
            <pc:sldMk cId="3328821889" sldId="257"/>
            <ac:cxnSpMk id="3" creationId="{6D678D0F-7E02-4D86-7973-618CB28AD6B7}"/>
          </ac:cxnSpMkLst>
        </pc:cxnChg>
      </pc:sldChg>
      <pc:sldChg chg="addSp delSp modSp new ord">
        <pc:chgData name="Sophia Robillard" userId="S::sophiaro@uw.edu::63275467-9110-476e-80bc-6afeb36a8f30" providerId="AD" clId="Web-{863D422D-0D54-9901-038C-9FBA40E5BC5E}" dt="2026-05-25T00:25:09.073" v="997"/>
        <pc:sldMkLst>
          <pc:docMk/>
          <pc:sldMk cId="2104010362" sldId="258"/>
        </pc:sldMkLst>
        <pc:spChg chg="add">
          <ac:chgData name="Sophia Robillard" userId="S::sophiaro@uw.edu::63275467-9110-476e-80bc-6afeb36a8f30" providerId="AD" clId="Web-{863D422D-0D54-9901-038C-9FBA40E5BC5E}" dt="2026-05-25T00:06:23.980" v="492"/>
          <ac:spMkLst>
            <pc:docMk/>
            <pc:sldMk cId="2104010362" sldId="258"/>
            <ac:spMk id="3" creationId="{3FA9387C-7135-FA5E-B376-3CEB9FFF0835}"/>
          </ac:spMkLst>
        </pc:spChg>
        <pc:picChg chg="add mod ord">
          <ac:chgData name="Sophia Robillard" userId="S::sophiaro@uw.edu::63275467-9110-476e-80bc-6afeb36a8f30" providerId="AD" clId="Web-{863D422D-0D54-9901-038C-9FBA40E5BC5E}" dt="2026-05-25T00:06:27.464" v="493" actId="1076"/>
          <ac:picMkLst>
            <pc:docMk/>
            <pc:sldMk cId="2104010362" sldId="258"/>
            <ac:picMk id="5" creationId="{699E4654-1259-CD62-2DFF-24EF21BFAFAB}"/>
          </ac:picMkLst>
        </pc:picChg>
      </pc:sldChg>
      <pc:sldChg chg="modSp add mod replId modShow">
        <pc:chgData name="Sophia Robillard" userId="S::sophiaro@uw.edu::63275467-9110-476e-80bc-6afeb36a8f30" providerId="AD" clId="Web-{863D422D-0D54-9901-038C-9FBA40E5BC5E}" dt="2026-05-25T00:54:39.609" v="1398"/>
        <pc:sldMkLst>
          <pc:docMk/>
          <pc:sldMk cId="233247600" sldId="259"/>
        </pc:sldMkLst>
        <pc:spChg chg="mod">
          <ac:chgData name="Sophia Robillard" userId="S::sophiaro@uw.edu::63275467-9110-476e-80bc-6afeb36a8f30" providerId="AD" clId="Web-{863D422D-0D54-9901-038C-9FBA40E5BC5E}" dt="2026-05-25T00:08:20.435" v="497" actId="20577"/>
          <ac:spMkLst>
            <pc:docMk/>
            <pc:sldMk cId="233247600" sldId="259"/>
            <ac:spMk id="2" creationId="{4A1A2D02-AC6E-763F-6B91-73DA023E1CA0}"/>
          </ac:spMkLst>
        </pc:spChg>
        <pc:spChg chg="mod">
          <ac:chgData name="Sophia Robillard" userId="S::sophiaro@uw.edu::63275467-9110-476e-80bc-6afeb36a8f30" providerId="AD" clId="Web-{863D422D-0D54-9901-038C-9FBA40E5BC5E}" dt="2026-05-25T00:54:22.453" v="1397" actId="20577"/>
          <ac:spMkLst>
            <pc:docMk/>
            <pc:sldMk cId="233247600" sldId="259"/>
            <ac:spMk id="4" creationId="{4B45F92B-56F8-8449-FD11-D058E7E7956C}"/>
          </ac:spMkLst>
        </pc:spChg>
        <pc:spChg chg="mod">
          <ac:chgData name="Sophia Robillard" userId="S::sophiaro@uw.edu::63275467-9110-476e-80bc-6afeb36a8f30" providerId="AD" clId="Web-{863D422D-0D54-9901-038C-9FBA40E5BC5E}" dt="2026-05-25T00:08:36.091" v="503" actId="20577"/>
          <ac:spMkLst>
            <pc:docMk/>
            <pc:sldMk cId="233247600" sldId="259"/>
            <ac:spMk id="10" creationId="{D822AC04-241C-11E6-E1DB-524AA5882270}"/>
          </ac:spMkLst>
        </pc:spChg>
      </pc:sldChg>
      <pc:sldChg chg="addSp delSp modSp add replId modNotes">
        <pc:chgData name="Sophia Robillard" userId="S::sophiaro@uw.edu::63275467-9110-476e-80bc-6afeb36a8f30" providerId="AD" clId="Web-{863D422D-0D54-9901-038C-9FBA40E5BC5E}" dt="2026-05-25T01:03:39.067" v="1611" actId="1076"/>
        <pc:sldMkLst>
          <pc:docMk/>
          <pc:sldMk cId="2980570407" sldId="260"/>
        </pc:sldMkLst>
        <pc:spChg chg="mod">
          <ac:chgData name="Sophia Robillard" userId="S::sophiaro@uw.edu::63275467-9110-476e-80bc-6afeb36a8f30" providerId="AD" clId="Web-{863D422D-0D54-9901-038C-9FBA40E5BC5E}" dt="2026-05-25T00:09:16.373" v="541" actId="20577"/>
          <ac:spMkLst>
            <pc:docMk/>
            <pc:sldMk cId="2980570407" sldId="260"/>
            <ac:spMk id="2" creationId="{B5426CF3-6357-48F0-BA0D-FC9E81F1BAEE}"/>
          </ac:spMkLst>
        </pc:spChg>
        <pc:spChg chg="mod">
          <ac:chgData name="Sophia Robillard" userId="S::sophiaro@uw.edu::63275467-9110-476e-80bc-6afeb36a8f30" providerId="AD" clId="Web-{863D422D-0D54-9901-038C-9FBA40E5BC5E}" dt="2026-05-25T00:09:57.817" v="575" actId="20577"/>
          <ac:spMkLst>
            <pc:docMk/>
            <pc:sldMk cId="2980570407" sldId="260"/>
            <ac:spMk id="4" creationId="{13A6814F-3D17-CD77-5EEC-63AD51AB9574}"/>
          </ac:spMkLst>
        </pc:spChg>
        <pc:spChg chg="add mod">
          <ac:chgData name="Sophia Robillard" userId="S::sophiaro@uw.edu::63275467-9110-476e-80bc-6afeb36a8f30" providerId="AD" clId="Web-{863D422D-0D54-9901-038C-9FBA40E5BC5E}" dt="2026-05-25T00:15:34.034" v="652" actId="1076"/>
          <ac:spMkLst>
            <pc:docMk/>
            <pc:sldMk cId="2980570407" sldId="260"/>
            <ac:spMk id="15" creationId="{28102A53-C60F-BCF7-5BFA-855D8866DB04}"/>
          </ac:spMkLst>
        </pc:spChg>
        <pc:spChg chg="add mod">
          <ac:chgData name="Sophia Robillard" userId="S::sophiaro@uw.edu::63275467-9110-476e-80bc-6afeb36a8f30" providerId="AD" clId="Web-{863D422D-0D54-9901-038C-9FBA40E5BC5E}" dt="2026-05-25T00:13:43.902" v="635" actId="20577"/>
          <ac:spMkLst>
            <pc:docMk/>
            <pc:sldMk cId="2980570407" sldId="260"/>
            <ac:spMk id="16" creationId="{5DCB5C5D-4FE5-46EA-8820-58EF214ECBA6}"/>
          </ac:spMkLst>
        </pc:spChg>
        <pc:spChg chg="add mod">
          <ac:chgData name="Sophia Robillard" userId="S::sophiaro@uw.edu::63275467-9110-476e-80bc-6afeb36a8f30" providerId="AD" clId="Web-{863D422D-0D54-9901-038C-9FBA40E5BC5E}" dt="2026-05-25T00:14:08.106" v="641" actId="20577"/>
          <ac:spMkLst>
            <pc:docMk/>
            <pc:sldMk cId="2980570407" sldId="260"/>
            <ac:spMk id="17" creationId="{9B9E2EE7-BEE5-4EE4-F23A-E5B39B7CFF86}"/>
          </ac:spMkLst>
        </pc:spChg>
        <pc:picChg chg="add mod">
          <ac:chgData name="Sophia Robillard" userId="S::sophiaro@uw.edu::63275467-9110-476e-80bc-6afeb36a8f30" providerId="AD" clId="Web-{863D422D-0D54-9901-038C-9FBA40E5BC5E}" dt="2026-05-25T01:03:39.067" v="1611" actId="1076"/>
          <ac:picMkLst>
            <pc:docMk/>
            <pc:sldMk cId="2980570407" sldId="260"/>
            <ac:picMk id="11" creationId="{FFA54F4C-4004-766B-6ACD-79C9F69C8A70}"/>
          </ac:picMkLst>
        </pc:picChg>
        <pc:picChg chg="add mod modCrop">
          <ac:chgData name="Sophia Robillard" userId="S::sophiaro@uw.edu::63275467-9110-476e-80bc-6afeb36a8f30" providerId="AD" clId="Web-{863D422D-0D54-9901-038C-9FBA40E5BC5E}" dt="2026-05-25T00:15:40.659" v="653" actId="1076"/>
          <ac:picMkLst>
            <pc:docMk/>
            <pc:sldMk cId="2980570407" sldId="260"/>
            <ac:picMk id="12" creationId="{08C690AD-9C13-D47F-1888-955556F1BE62}"/>
          </ac:picMkLst>
        </pc:picChg>
        <pc:picChg chg="add mod modCrop">
          <ac:chgData name="Sophia Robillard" userId="S::sophiaro@uw.edu::63275467-9110-476e-80bc-6afeb36a8f30" providerId="AD" clId="Web-{863D422D-0D54-9901-038C-9FBA40E5BC5E}" dt="2026-05-25T00:15:24.532" v="651" actId="1076"/>
          <ac:picMkLst>
            <pc:docMk/>
            <pc:sldMk cId="2980570407" sldId="260"/>
            <ac:picMk id="13" creationId="{722F2EC6-1048-0F1A-9615-FCAC2B3CE8C3}"/>
          </ac:picMkLst>
        </pc:picChg>
        <pc:cxnChg chg="add mod">
          <ac:chgData name="Sophia Robillard" userId="S::sophiaro@uw.edu::63275467-9110-476e-80bc-6afeb36a8f30" providerId="AD" clId="Web-{863D422D-0D54-9901-038C-9FBA40E5BC5E}" dt="2026-05-25T00:43:09.896" v="1089" actId="14100"/>
          <ac:cxnSpMkLst>
            <pc:docMk/>
            <pc:sldMk cId="2980570407" sldId="260"/>
            <ac:cxnSpMk id="14" creationId="{74BCCD60-347C-31BA-F616-5F79FAE29A3C}"/>
          </ac:cxnSpMkLst>
        </pc:cxnChg>
        <pc:cxnChg chg="add mod">
          <ac:chgData name="Sophia Robillard" userId="S::sophiaro@uw.edu::63275467-9110-476e-80bc-6afeb36a8f30" providerId="AD" clId="Web-{863D422D-0D54-9901-038C-9FBA40E5BC5E}" dt="2026-05-25T00:15:12.220" v="649" actId="14100"/>
          <ac:cxnSpMkLst>
            <pc:docMk/>
            <pc:sldMk cId="2980570407" sldId="260"/>
            <ac:cxnSpMk id="18" creationId="{533A5B4F-926A-ADE2-A29E-947E0A8B3731}"/>
          </ac:cxnSpMkLst>
        </pc:cxnChg>
        <pc:cxnChg chg="add mod">
          <ac:chgData name="Sophia Robillard" userId="S::sophiaro@uw.edu::63275467-9110-476e-80bc-6afeb36a8f30" providerId="AD" clId="Web-{863D422D-0D54-9901-038C-9FBA40E5BC5E}" dt="2026-05-25T00:15:15.766" v="650" actId="14100"/>
          <ac:cxnSpMkLst>
            <pc:docMk/>
            <pc:sldMk cId="2980570407" sldId="260"/>
            <ac:cxnSpMk id="19" creationId="{B2EA9BDE-54FE-70D6-9BFA-EEFCCC8A6610}"/>
          </ac:cxnSpMkLst>
        </pc:cxnChg>
      </pc:sldChg>
      <pc:sldChg chg="addSp delSp modSp add replId">
        <pc:chgData name="Sophia Robillard" userId="S::sophiaro@uw.edu::63275467-9110-476e-80bc-6afeb36a8f30" providerId="AD" clId="Web-{863D422D-0D54-9901-038C-9FBA40E5BC5E}" dt="2026-05-25T00:27:54.199" v="1038" actId="1076"/>
        <pc:sldMkLst>
          <pc:docMk/>
          <pc:sldMk cId="1513866485" sldId="261"/>
        </pc:sldMkLst>
        <pc:spChg chg="mod">
          <ac:chgData name="Sophia Robillard" userId="S::sophiaro@uw.edu::63275467-9110-476e-80bc-6afeb36a8f30" providerId="AD" clId="Web-{863D422D-0D54-9901-038C-9FBA40E5BC5E}" dt="2026-05-25T00:27:54.199" v="1038" actId="1076"/>
          <ac:spMkLst>
            <pc:docMk/>
            <pc:sldMk cId="1513866485" sldId="261"/>
            <ac:spMk id="2" creationId="{63ADBBE7-BB30-7D32-4277-CC87685697B3}"/>
          </ac:spMkLst>
        </pc:spChg>
        <pc:spChg chg="add mod">
          <ac:chgData name="Sophia Robillard" userId="S::sophiaro@uw.edu::63275467-9110-476e-80bc-6afeb36a8f30" providerId="AD" clId="Web-{863D422D-0D54-9901-038C-9FBA40E5BC5E}" dt="2026-05-25T00:27:02.855" v="1028" actId="1076"/>
          <ac:spMkLst>
            <pc:docMk/>
            <pc:sldMk cId="1513866485" sldId="261"/>
            <ac:spMk id="10" creationId="{3696C16D-C233-86F5-4E2A-8F0F0A025724}"/>
          </ac:spMkLst>
        </pc:spChg>
        <pc:picChg chg="add mod">
          <ac:chgData name="Sophia Robillard" userId="S::sophiaro@uw.edu::63275467-9110-476e-80bc-6afeb36a8f30" providerId="AD" clId="Web-{863D422D-0D54-9901-038C-9FBA40E5BC5E}" dt="2026-05-25T00:27:17.105" v="1032" actId="1076"/>
          <ac:picMkLst>
            <pc:docMk/>
            <pc:sldMk cId="1513866485" sldId="261"/>
            <ac:picMk id="21" creationId="{9945CCCC-6DF8-22F7-71ED-0A3E9B399AA9}"/>
          </ac:picMkLst>
        </pc:picChg>
      </pc:sldChg>
      <pc:sldChg chg="addSp modSp add replId">
        <pc:chgData name="Sophia Robillard" userId="S::sophiaro@uw.edu::63275467-9110-476e-80bc-6afeb36a8f30" providerId="AD" clId="Web-{863D422D-0D54-9901-038C-9FBA40E5BC5E}" dt="2026-05-25T01:07:07.897" v="1634" actId="1076"/>
        <pc:sldMkLst>
          <pc:docMk/>
          <pc:sldMk cId="2910897592" sldId="262"/>
        </pc:sldMkLst>
        <pc:spChg chg="mod">
          <ac:chgData name="Sophia Robillard" userId="S::sophiaro@uw.edu::63275467-9110-476e-80bc-6afeb36a8f30" providerId="AD" clId="Web-{863D422D-0D54-9901-038C-9FBA40E5BC5E}" dt="2026-05-25T00:20:57.005" v="747" actId="20577"/>
          <ac:spMkLst>
            <pc:docMk/>
            <pc:sldMk cId="2910897592" sldId="262"/>
            <ac:spMk id="2" creationId="{0BA858B0-F9D7-C748-FAC4-320E0EBBB991}"/>
          </ac:spMkLst>
        </pc:spChg>
        <pc:spChg chg="mod">
          <ac:chgData name="Sophia Robillard" userId="S::sophiaro@uw.edu::63275467-9110-476e-80bc-6afeb36a8f30" providerId="AD" clId="Web-{863D422D-0D54-9901-038C-9FBA40E5BC5E}" dt="2026-05-25T00:40:14.314" v="1088" actId="1076"/>
          <ac:spMkLst>
            <pc:docMk/>
            <pc:sldMk cId="2910897592" sldId="262"/>
            <ac:spMk id="4" creationId="{3DC9DFEB-368A-4AAE-4FA6-419776E0A9D4}"/>
          </ac:spMkLst>
        </pc:spChg>
        <pc:picChg chg="add mod">
          <ac:chgData name="Sophia Robillard" userId="S::sophiaro@uw.edu::63275467-9110-476e-80bc-6afeb36a8f30" providerId="AD" clId="Web-{863D422D-0D54-9901-038C-9FBA40E5BC5E}" dt="2026-05-25T01:07:07.897" v="1634" actId="1076"/>
          <ac:picMkLst>
            <pc:docMk/>
            <pc:sldMk cId="2910897592" sldId="262"/>
            <ac:picMk id="5" creationId="{C7FC7D61-AA00-44D1-B022-F84E5852A0BA}"/>
          </ac:picMkLst>
        </pc:picChg>
      </pc:sldChg>
      <pc:sldChg chg="addSp delSp modSp add ord replId">
        <pc:chgData name="Sophia Robillard" userId="S::sophiaro@uw.edu::63275467-9110-476e-80bc-6afeb36a8f30" providerId="AD" clId="Web-{863D422D-0D54-9901-038C-9FBA40E5BC5E}" dt="2026-05-25T01:05:09.709" v="1631" actId="14100"/>
        <pc:sldMkLst>
          <pc:docMk/>
          <pc:sldMk cId="674701023" sldId="263"/>
        </pc:sldMkLst>
        <pc:spChg chg="mod">
          <ac:chgData name="Sophia Robillard" userId="S::sophiaro@uw.edu::63275467-9110-476e-80bc-6afeb36a8f30" providerId="AD" clId="Web-{863D422D-0D54-9901-038C-9FBA40E5BC5E}" dt="2026-05-25T00:43:54.787" v="1102" actId="20577"/>
          <ac:spMkLst>
            <pc:docMk/>
            <pc:sldMk cId="674701023" sldId="263"/>
            <ac:spMk id="2" creationId="{6400021C-751B-A56C-18CA-253CD45B644C}"/>
          </ac:spMkLst>
        </pc:spChg>
        <pc:spChg chg="mod">
          <ac:chgData name="Sophia Robillard" userId="S::sophiaro@uw.edu::63275467-9110-476e-80bc-6afeb36a8f30" providerId="AD" clId="Web-{863D422D-0D54-9901-038C-9FBA40E5BC5E}" dt="2026-05-25T00:52:16.416" v="1301" actId="20577"/>
          <ac:spMkLst>
            <pc:docMk/>
            <pc:sldMk cId="674701023" sldId="263"/>
            <ac:spMk id="4" creationId="{8CAE98CF-448D-CB7B-A1A0-3E4CA976232B}"/>
          </ac:spMkLst>
        </pc:spChg>
        <pc:picChg chg="add mod modCrop">
          <ac:chgData name="Sophia Robillard" userId="S::sophiaro@uw.edu::63275467-9110-476e-80bc-6afeb36a8f30" providerId="AD" clId="Web-{863D422D-0D54-9901-038C-9FBA40E5BC5E}" dt="2026-05-25T01:04:04.520" v="1617" actId="14100"/>
          <ac:picMkLst>
            <pc:docMk/>
            <pc:sldMk cId="674701023" sldId="263"/>
            <ac:picMk id="5" creationId="{152D847A-729C-B796-9012-9CCB89BC53BF}"/>
          </ac:picMkLst>
        </pc:picChg>
        <pc:picChg chg="add mod">
          <ac:chgData name="Sophia Robillard" userId="S::sophiaro@uw.edu::63275467-9110-476e-80bc-6afeb36a8f30" providerId="AD" clId="Web-{863D422D-0D54-9901-038C-9FBA40E5BC5E}" dt="2026-05-25T01:03:49.285" v="1613" actId="1076"/>
          <ac:picMkLst>
            <pc:docMk/>
            <pc:sldMk cId="674701023" sldId="263"/>
            <ac:picMk id="13" creationId="{A2278E40-E88C-839C-C2A9-F2D841B1F772}"/>
          </ac:picMkLst>
        </pc:picChg>
        <pc:cxnChg chg="add mod">
          <ac:chgData name="Sophia Robillard" userId="S::sophiaro@uw.edu::63275467-9110-476e-80bc-6afeb36a8f30" providerId="AD" clId="Web-{863D422D-0D54-9901-038C-9FBA40E5BC5E}" dt="2026-05-25T01:04:47.334" v="1626"/>
          <ac:cxnSpMkLst>
            <pc:docMk/>
            <pc:sldMk cId="674701023" sldId="263"/>
            <ac:cxnSpMk id="14" creationId="{682AAD05-A879-32BB-CC3C-6BACBD27A20C}"/>
          </ac:cxnSpMkLst>
        </pc:cxnChg>
        <pc:cxnChg chg="add mod">
          <ac:chgData name="Sophia Robillard" userId="S::sophiaro@uw.edu::63275467-9110-476e-80bc-6afeb36a8f30" providerId="AD" clId="Web-{863D422D-0D54-9901-038C-9FBA40E5BC5E}" dt="2026-05-25T01:05:09.709" v="1631" actId="14100"/>
          <ac:cxnSpMkLst>
            <pc:docMk/>
            <pc:sldMk cId="674701023" sldId="263"/>
            <ac:cxnSpMk id="17" creationId="{32C5101A-0F58-3F42-10DE-3C29DDF82350}"/>
          </ac:cxnSpMkLst>
        </pc:cxnChg>
      </pc:sldChg>
      <pc:sldChg chg="add replId">
        <pc:chgData name="Sophia Robillard" userId="S::sophiaro@uw.edu::63275467-9110-476e-80bc-6afeb36a8f30" providerId="AD" clId="Web-{863D422D-0D54-9901-038C-9FBA40E5BC5E}" dt="2026-05-25T00:43:45.693" v="1090"/>
        <pc:sldMkLst>
          <pc:docMk/>
          <pc:sldMk cId="3439504424" sldId="264"/>
        </pc:sldMkLst>
      </pc:sldChg>
      <pc:sldChg chg="addSp modSp add replId">
        <pc:chgData name="Sophia Robillard" userId="S::sophiaro@uw.edu::63275467-9110-476e-80bc-6afeb36a8f30" providerId="AD" clId="Web-{863D422D-0D54-9901-038C-9FBA40E5BC5E}" dt="2026-05-25T22:16:20.246" v="1642" actId="14100"/>
        <pc:sldMkLst>
          <pc:docMk/>
          <pc:sldMk cId="2371655272" sldId="265"/>
        </pc:sldMkLst>
        <pc:spChg chg="mod">
          <ac:chgData name="Sophia Robillard" userId="S::sophiaro@uw.edu::63275467-9110-476e-80bc-6afeb36a8f30" providerId="AD" clId="Web-{863D422D-0D54-9901-038C-9FBA40E5BC5E}" dt="2026-05-25T00:50:47.150" v="1228" actId="20577"/>
          <ac:spMkLst>
            <pc:docMk/>
            <pc:sldMk cId="2371655272" sldId="265"/>
            <ac:spMk id="2" creationId="{2806E35C-FDE5-15E8-9F14-1631A95DE53A}"/>
          </ac:spMkLst>
        </pc:spChg>
        <pc:spChg chg="mod">
          <ac:chgData name="Sophia Robillard" userId="S::sophiaro@uw.edu::63275467-9110-476e-80bc-6afeb36a8f30" providerId="AD" clId="Web-{863D422D-0D54-9901-038C-9FBA40E5BC5E}" dt="2026-05-25T00:58:41.017" v="1594" actId="20577"/>
          <ac:spMkLst>
            <pc:docMk/>
            <pc:sldMk cId="2371655272" sldId="265"/>
            <ac:spMk id="4" creationId="{13E5D78F-F7B7-AAB7-676F-8B2FDFBD0F25}"/>
          </ac:spMkLst>
        </pc:spChg>
        <pc:picChg chg="add mod">
          <ac:chgData name="Sophia Robillard" userId="S::sophiaro@uw.edu::63275467-9110-476e-80bc-6afeb36a8f30" providerId="AD" clId="Web-{863D422D-0D54-9901-038C-9FBA40E5BC5E}" dt="2026-05-25T22:15:46.075" v="1639" actId="14100"/>
          <ac:picMkLst>
            <pc:docMk/>
            <pc:sldMk cId="2371655272" sldId="265"/>
            <ac:picMk id="5" creationId="{D9FF010B-AAD5-63C3-DD31-4B854B3888C0}"/>
          </ac:picMkLst>
        </pc:picChg>
        <pc:picChg chg="add mod">
          <ac:chgData name="Sophia Robillard" userId="S::sophiaro@uw.edu::63275467-9110-476e-80bc-6afeb36a8f30" providerId="AD" clId="Web-{863D422D-0D54-9901-038C-9FBA40E5BC5E}" dt="2026-05-25T22:16:20.246" v="1642" actId="14100"/>
          <ac:picMkLst>
            <pc:docMk/>
            <pc:sldMk cId="2371655272" sldId="265"/>
            <ac:picMk id="6" creationId="{5C77F2FD-C203-3261-FAAB-417933B3D2A0}"/>
          </ac:picMkLst>
        </pc:picChg>
      </pc:sldChg>
      <pc:sldChg chg="modSp add replId">
        <pc:chgData name="Sophia Robillard" userId="S::sophiaro@uw.edu::63275467-9110-476e-80bc-6afeb36a8f30" providerId="AD" clId="Web-{863D422D-0D54-9901-038C-9FBA40E5BC5E}" dt="2026-05-25T00:56:37.688" v="1525" actId="20577"/>
        <pc:sldMkLst>
          <pc:docMk/>
          <pc:sldMk cId="1794997923" sldId="266"/>
        </pc:sldMkLst>
        <pc:spChg chg="mod">
          <ac:chgData name="Sophia Robillard" userId="S::sophiaro@uw.edu::63275467-9110-476e-80bc-6afeb36a8f30" providerId="AD" clId="Web-{863D422D-0D54-9901-038C-9FBA40E5BC5E}" dt="2026-05-25T00:50:55.447" v="1231" actId="20577"/>
          <ac:spMkLst>
            <pc:docMk/>
            <pc:sldMk cId="1794997923" sldId="266"/>
            <ac:spMk id="2" creationId="{D1D1D3C5-74C3-786D-280D-B27FEE383427}"/>
          </ac:spMkLst>
        </pc:spChg>
        <pc:spChg chg="mod">
          <ac:chgData name="Sophia Robillard" userId="S::sophiaro@uw.edu::63275467-9110-476e-80bc-6afeb36a8f30" providerId="AD" clId="Web-{863D422D-0D54-9901-038C-9FBA40E5BC5E}" dt="2026-05-25T00:56:37.688" v="1525" actId="20577"/>
          <ac:spMkLst>
            <pc:docMk/>
            <pc:sldMk cId="1794997923" sldId="266"/>
            <ac:spMk id="4" creationId="{E4457672-9C75-572A-7958-537FE44F62F7}"/>
          </ac:spMkLst>
        </pc:spChg>
      </pc:sldChg>
      <pc:sldMasterChg chg="add addSldLayout modSldLayout">
        <pc:chgData name="Sophia Robillard" userId="S::sophiaro@uw.edu::63275467-9110-476e-80bc-6afeb36a8f30" providerId="AD" clId="Web-{863D422D-0D54-9901-038C-9FBA40E5BC5E}" dt="2026-05-20T02:45:28.622" v="131"/>
        <pc:sldMasterMkLst>
          <pc:docMk/>
          <pc:sldMasterMk cId="227533049" sldId="2147483792"/>
        </pc:sldMasterMkLst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3904491455" sldId="2147483793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4199246711" sldId="2147483794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3669585036" sldId="2147483795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4262710028" sldId="2147483796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2202689067" sldId="2147483797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437795542" sldId="2147483798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3612487841" sldId="2147483799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326552691" sldId="2147483800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568921945" sldId="2147483801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3984304287" sldId="2147483802"/>
          </pc:sldLayoutMkLst>
        </pc:sldLayoutChg>
        <pc:sldLayoutChg chg="add mod replId">
          <pc:chgData name="Sophia Robillard" userId="S::sophiaro@uw.edu::63275467-9110-476e-80bc-6afeb36a8f30" providerId="AD" clId="Web-{863D422D-0D54-9901-038C-9FBA40E5BC5E}" dt="2026-05-20T02:45:28.622" v="131"/>
          <pc:sldLayoutMkLst>
            <pc:docMk/>
            <pc:sldMasterMk cId="227533049" sldId="2147483792"/>
            <pc:sldLayoutMk cId="2614734459" sldId="2147483803"/>
          </pc:sldLayoutMkLst>
        </pc:sldLayoutChg>
      </pc:sldMasterChg>
    </pc:docChg>
  </pc:docChgLst>
  <pc:docChgLst>
    <pc:chgData name="Sophia Robillard" userId="S::sophiaro@uw.edu::63275467-9110-476e-80bc-6afeb36a8f30" providerId="AD" clId="Web-{C6D4E694-23DD-C834-6DDA-580EAD1F53A1}"/>
    <pc:docChg chg="modSld">
      <pc:chgData name="Sophia Robillard" userId="S::sophiaro@uw.edu::63275467-9110-476e-80bc-6afeb36a8f30" providerId="AD" clId="Web-{C6D4E694-23DD-C834-6DDA-580EAD1F53A1}" dt="2026-05-28T00:09:19.164" v="16" actId="20577"/>
      <pc:docMkLst>
        <pc:docMk/>
      </pc:docMkLst>
      <pc:sldChg chg="modSp">
        <pc:chgData name="Sophia Robillard" userId="S::sophiaro@uw.edu::63275467-9110-476e-80bc-6afeb36a8f30" providerId="AD" clId="Web-{C6D4E694-23DD-C834-6DDA-580EAD1F53A1}" dt="2026-05-28T00:09:10.507" v="12" actId="20577"/>
        <pc:sldMkLst>
          <pc:docMk/>
          <pc:sldMk cId="2910897592" sldId="262"/>
        </pc:sldMkLst>
        <pc:spChg chg="mod">
          <ac:chgData name="Sophia Robillard" userId="S::sophiaro@uw.edu::63275467-9110-476e-80bc-6afeb36a8f30" providerId="AD" clId="Web-{C6D4E694-23DD-C834-6DDA-580EAD1F53A1}" dt="2026-05-28T00:09:10.507" v="12" actId="20577"/>
          <ac:spMkLst>
            <pc:docMk/>
            <pc:sldMk cId="2910897592" sldId="262"/>
            <ac:spMk id="4" creationId="{3DC9DFEB-368A-4AAE-4FA6-419776E0A9D4}"/>
          </ac:spMkLst>
        </pc:spChg>
      </pc:sldChg>
      <pc:sldChg chg="modSp">
        <pc:chgData name="Sophia Robillard" userId="S::sophiaro@uw.edu::63275467-9110-476e-80bc-6afeb36a8f30" providerId="AD" clId="Web-{C6D4E694-23DD-C834-6DDA-580EAD1F53A1}" dt="2026-05-28T00:09:19.164" v="16" actId="20577"/>
        <pc:sldMkLst>
          <pc:docMk/>
          <pc:sldMk cId="3439504424" sldId="264"/>
        </pc:sldMkLst>
        <pc:spChg chg="mod">
          <ac:chgData name="Sophia Robillard" userId="S::sophiaro@uw.edu::63275467-9110-476e-80bc-6afeb36a8f30" providerId="AD" clId="Web-{C6D4E694-23DD-C834-6DDA-580EAD1F53A1}" dt="2026-05-28T00:09:19.164" v="16" actId="20577"/>
          <ac:spMkLst>
            <pc:docMk/>
            <pc:sldMk cId="3439504424" sldId="264"/>
            <ac:spMk id="4" creationId="{A3945FBC-C7AD-E508-F748-061A0A3AE6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DBE24-507F-4D72-99E0-AB09D53CED0A}" type="datetimeFigureOut"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57482-2A91-48A7-97F0-1E51115740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6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57482-2A91-48A7-97F0-1E511157402A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8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9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4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58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71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68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9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5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92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30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73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IKXP3vGy0as?feature=oembe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7972" y="2618079"/>
            <a:ext cx="10058400" cy="1567376"/>
          </a:xfrm>
        </p:spPr>
        <p:txBody>
          <a:bodyPr>
            <a:normAutofit/>
          </a:bodyPr>
          <a:lstStyle/>
          <a:p>
            <a:r>
              <a:rPr lang="en-US" sz="9600" b="1">
                <a:solidFill>
                  <a:schemeClr val="accent5">
                    <a:lumMod val="49000"/>
                  </a:schemeClr>
                </a:solidFill>
                <a:latin typeface="Calibri Light"/>
                <a:ea typeface="Calibri Light"/>
                <a:cs typeface="Calibri Light"/>
              </a:rPr>
              <a:t>Rocks and Minerals!</a:t>
            </a:r>
            <a:endParaRPr lang="en-US" sz="9600" b="1" dirty="0">
              <a:solidFill>
                <a:schemeClr val="accent5">
                  <a:lumMod val="49000"/>
                </a:schemeClr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83604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latin typeface="Calibri Light"/>
                <a:ea typeface="Calibri Light"/>
                <a:cs typeface="Calibri Light"/>
              </a:rPr>
              <a:t>Presented by UW </a:t>
            </a:r>
            <a:r>
              <a:rPr lang="en-US" sz="3600" dirty="0" err="1">
                <a:latin typeface="Calibri Light"/>
                <a:ea typeface="Calibri Light"/>
                <a:cs typeface="Calibri Light"/>
              </a:rPr>
              <a:t>Rockin</a:t>
            </a:r>
            <a:r>
              <a:rPr lang="en-US" sz="3600" dirty="0">
                <a:latin typeface="Calibri Light"/>
                <a:ea typeface="Calibri Light"/>
                <a:cs typeface="Calibri Light"/>
              </a:rPr>
              <a:t>' Out! </a:t>
            </a:r>
          </a:p>
        </p:txBody>
      </p:sp>
      <p:pic>
        <p:nvPicPr>
          <p:cNvPr id="5" name="Picture 4" descr="Rockin' Out Outreach | Department of Earth and Space Sciences">
            <a:extLst>
              <a:ext uri="{FF2B5EF4-FFF2-40B4-BE49-F238E27FC236}">
                <a16:creationId xmlns:a16="http://schemas.microsoft.com/office/drawing/2014/main" id="{6C22A402-2F47-0005-C888-6E5EEB10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6" y="4507507"/>
            <a:ext cx="2043405" cy="1722494"/>
          </a:xfrm>
          <a:prstGeom prst="rect">
            <a:avLst/>
          </a:prstGeom>
        </p:spPr>
      </p:pic>
      <p:pic>
        <p:nvPicPr>
          <p:cNvPr id="6" name="Picture 5" descr="Communications | Department of Earth and Space Sciences">
            <a:extLst>
              <a:ext uri="{FF2B5EF4-FFF2-40B4-BE49-F238E27FC236}">
                <a16:creationId xmlns:a16="http://schemas.microsoft.com/office/drawing/2014/main" id="{4C83C2DE-29CE-8C3E-3EE1-A9A2682E1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331" y="4245157"/>
            <a:ext cx="2058956" cy="21056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826D4F-C2D4-E1CF-7CD1-931548E5CD59}"/>
              </a:ext>
            </a:extLst>
          </p:cNvPr>
          <p:cNvSpPr/>
          <p:nvPr/>
        </p:nvSpPr>
        <p:spPr>
          <a:xfrm>
            <a:off x="-3884" y="6346551"/>
            <a:ext cx="12197027" cy="515429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D00D5-07AB-3569-B1F7-DAB7A3E07523}"/>
              </a:ext>
            </a:extLst>
          </p:cNvPr>
          <p:cNvSpPr/>
          <p:nvPr/>
        </p:nvSpPr>
        <p:spPr>
          <a:xfrm>
            <a:off x="-3885" y="-1241"/>
            <a:ext cx="12197027" cy="793214"/>
          </a:xfrm>
          <a:prstGeom prst="rect">
            <a:avLst/>
          </a:prstGeom>
          <a:solidFill>
            <a:srgbClr val="7030A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0" dirty="0">
              <a:solidFill>
                <a:srgbClr val="777777"/>
              </a:solidFill>
              <a:latin typeface="Menlo"/>
              <a:ea typeface="Menlo"/>
              <a:cs typeface="Menlo"/>
            </a:endParaRPr>
          </a:p>
        </p:txBody>
      </p:sp>
      <p:pic>
        <p:nvPicPr>
          <p:cNvPr id="4" name="Picture 3" descr="Rock mineral png Images - Free Download on Magnific (formerly Freepik)">
            <a:extLst>
              <a:ext uri="{FF2B5EF4-FFF2-40B4-BE49-F238E27FC236}">
                <a16:creationId xmlns:a16="http://schemas.microsoft.com/office/drawing/2014/main" id="{9617B7FF-8C9A-ADA4-7EDA-C21E05A48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00000">
            <a:off x="80577" y="1022854"/>
            <a:ext cx="2895600" cy="1800664"/>
          </a:xfrm>
          <a:prstGeom prst="rect">
            <a:avLst/>
          </a:prstGeom>
        </p:spPr>
      </p:pic>
      <p:pic>
        <p:nvPicPr>
          <p:cNvPr id="8" name="Picture 7" descr="A close-up of a rock&#10;&#10;AI-generated content may be incorrect.">
            <a:extLst>
              <a:ext uri="{FF2B5EF4-FFF2-40B4-BE49-F238E27FC236}">
                <a16:creationId xmlns:a16="http://schemas.microsoft.com/office/drawing/2014/main" id="{EC8CC839-A9D9-E11A-99C0-815DDAA1FF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19" t="-784" r="397" b="-521"/>
          <a:stretch>
            <a:fillRect/>
          </a:stretch>
        </p:blipFill>
        <p:spPr>
          <a:xfrm rot="1020000">
            <a:off x="9308232" y="1109280"/>
            <a:ext cx="2419387" cy="1627697"/>
          </a:xfrm>
          <a:prstGeom prst="rect">
            <a:avLst/>
          </a:prstGeom>
        </p:spPr>
      </p:pic>
      <p:pic>
        <p:nvPicPr>
          <p:cNvPr id="10" name="Picture 9" descr="Rose Quartz Mineral Specimen | Silver Streak">
            <a:extLst>
              <a:ext uri="{FF2B5EF4-FFF2-40B4-BE49-F238E27FC236}">
                <a16:creationId xmlns:a16="http://schemas.microsoft.com/office/drawing/2014/main" id="{9A019ED5-E693-CB50-BB25-793BB62A8E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" t="12667" r="3273" b="12100"/>
          <a:stretch>
            <a:fillRect/>
          </a:stretch>
        </p:blipFill>
        <p:spPr>
          <a:xfrm rot="420000">
            <a:off x="6748448" y="1017795"/>
            <a:ext cx="2052672" cy="1552263"/>
          </a:xfrm>
          <a:prstGeom prst="rect">
            <a:avLst/>
          </a:prstGeom>
        </p:spPr>
      </p:pic>
      <p:pic>
        <p:nvPicPr>
          <p:cNvPr id="11" name="Picture 10" descr="A close-up of a green rock&#10;&#10;AI-generated content may be incorrect.">
            <a:extLst>
              <a:ext uri="{FF2B5EF4-FFF2-40B4-BE49-F238E27FC236}">
                <a16:creationId xmlns:a16="http://schemas.microsoft.com/office/drawing/2014/main" id="{41DD2B29-E93A-4B56-C527-CAE97B9249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748" t="-682" r="12854" b="-110"/>
          <a:stretch>
            <a:fillRect/>
          </a:stretch>
        </p:blipFill>
        <p:spPr>
          <a:xfrm rot="15540000">
            <a:off x="3885879" y="657328"/>
            <a:ext cx="1700071" cy="262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7403-A3AC-8F93-E016-BD993E83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 dirty="0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Sophia </a:t>
            </a:r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Robillard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5" name="Content Placeholder 4" descr="A person sitting on a rock&#10;&#10;AI-generated content may be incorrect.">
            <a:extLst>
              <a:ext uri="{FF2B5EF4-FFF2-40B4-BE49-F238E27FC236}">
                <a16:creationId xmlns:a16="http://schemas.microsoft.com/office/drawing/2014/main" id="{629F5315-23EA-C529-73F7-571AF18CAF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5400000">
            <a:off x="6636694" y="1266827"/>
            <a:ext cx="6208228" cy="413881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8310F-9F45-9C12-098B-D61C4BA33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527450"/>
            <a:ext cx="68513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latin typeface="Calibri Light"/>
                <a:ea typeface="Calibri Light"/>
                <a:cs typeface="Calibri Light"/>
              </a:rPr>
              <a:t>Earth Science student at the University of Washington! </a:t>
            </a:r>
          </a:p>
          <a:p>
            <a:r>
              <a:rPr lang="en-US" sz="3600" dirty="0">
                <a:latin typeface="Calibri Light"/>
                <a:ea typeface="Calibri Light"/>
                <a:cs typeface="Calibri Light"/>
              </a:rPr>
              <a:t>My favorite rock is 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fossiliferous</a:t>
            </a:r>
            <a:r>
              <a:rPr lang="en-US" sz="3600" dirty="0">
                <a:latin typeface="Calibri Light"/>
                <a:ea typeface="Calibri Light"/>
                <a:cs typeface="Calibri Light"/>
              </a:rPr>
              <a:t> limestone.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4896BA-5BFC-37E1-CEE6-11583167AF83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18DAAD-82DA-B656-DDD6-008343B3BA77}"/>
              </a:ext>
            </a:extLst>
          </p:cNvPr>
          <p:cNvSpPr txBox="1"/>
          <p:nvPr/>
        </p:nvSpPr>
        <p:spPr>
          <a:xfrm>
            <a:off x="8143298" y="6395131"/>
            <a:ext cx="50398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 Light"/>
                <a:ea typeface="Calibri Light"/>
                <a:cs typeface="Calibri Light"/>
              </a:rPr>
              <a:t>Yehliu</a:t>
            </a:r>
            <a:r>
              <a:rPr lang="en-US" sz="2400" dirty="0">
                <a:latin typeface="Calibri Light"/>
                <a:ea typeface="Calibri Light"/>
                <a:cs typeface="Calibri Light"/>
              </a:rPr>
              <a:t> Geopark, Taiwan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D678D0F-7E02-4D86-7973-618CB28AD6B7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imestone | AMNH">
            <a:extLst>
              <a:ext uri="{FF2B5EF4-FFF2-40B4-BE49-F238E27FC236}">
                <a16:creationId xmlns:a16="http://schemas.microsoft.com/office/drawing/2014/main" id="{B616E36E-8AC6-0A6D-22DE-857093195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26" y="3578905"/>
            <a:ext cx="4571092" cy="23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2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A2DB-A083-FCF7-1145-59447AAC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58C3-01F9-795E-3794-31A79FC3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Reid Alexander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2F572-C2CB-4984-5426-11A0558B9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527450"/>
            <a:ext cx="68513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latin typeface="Calibri Light"/>
                <a:ea typeface="Calibri Light"/>
                <a:cs typeface="Calibri Light"/>
              </a:rPr>
              <a:t>Student at the University of Washington! </a:t>
            </a:r>
          </a:p>
          <a:p>
            <a:r>
              <a:rPr lang="en-US" sz="3600" dirty="0">
                <a:latin typeface="Calibri Light"/>
                <a:ea typeface="Calibri Light"/>
                <a:cs typeface="Calibri Light"/>
              </a:rPr>
              <a:t>My favorite rock is a Petosk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ey stone!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CDE45-17A2-FE6D-90B9-85543F0FC6D4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DC85F-8C8E-8E8A-C6C9-E1C392E7906F}"/>
              </a:ext>
            </a:extLst>
          </p:cNvPr>
          <p:cNvSpPr txBox="1"/>
          <p:nvPr/>
        </p:nvSpPr>
        <p:spPr>
          <a:xfrm>
            <a:off x="8070727" y="5651274"/>
            <a:ext cx="50398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 Light"/>
                <a:ea typeface="Calibri Light"/>
                <a:cs typeface="Calibri Light"/>
              </a:rPr>
              <a:t>Capitol Reef National Park, UT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25D9A6-F030-0FEC-B78F-7E3AB83A8075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erson standing in front of a rock formation&#10;&#10;AI-generated content may be incorrect.">
            <a:extLst>
              <a:ext uri="{FF2B5EF4-FFF2-40B4-BE49-F238E27FC236}">
                <a16:creationId xmlns:a16="http://schemas.microsoft.com/office/drawing/2014/main" id="{893B0B57-7D65-4490-9690-760A5DEEF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420429" y="1065894"/>
            <a:ext cx="5143500" cy="3846285"/>
          </a:xfrm>
          <a:prstGeom prst="rect">
            <a:avLst/>
          </a:prstGeom>
        </p:spPr>
      </p:pic>
      <p:pic>
        <p:nvPicPr>
          <p:cNvPr id="6" name="Picture 5" descr="A group of rocks on sand&#10;&#10;AI-generated content may be incorrect.">
            <a:extLst>
              <a:ext uri="{FF2B5EF4-FFF2-40B4-BE49-F238E27FC236}">
                <a16:creationId xmlns:a16="http://schemas.microsoft.com/office/drawing/2014/main" id="{EC997900-2163-0924-A7DC-D284A5217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929" y="3429679"/>
            <a:ext cx="3156858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8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1B081D-8DF8-A046-3A1D-B6F060C3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2D02-AC6E-763F-6B91-73DA023E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Name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5" name="Content Placeholder 4" descr="A person sitting on a rock&#10;&#10;AI-generated content may be incorrect.">
            <a:extLst>
              <a:ext uri="{FF2B5EF4-FFF2-40B4-BE49-F238E27FC236}">
                <a16:creationId xmlns:a16="http://schemas.microsoft.com/office/drawing/2014/main" id="{3D0ED376-B4E4-8DA1-DBED-321312EA19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5400000">
            <a:off x="6636694" y="1266827"/>
            <a:ext cx="6208228" cy="413881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5F92B-56F8-8449-FD11-D058E7E79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527450"/>
            <a:ext cx="68513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latin typeface="Calibri Light"/>
                <a:ea typeface="Calibri Light"/>
                <a:cs typeface="Calibri Light"/>
              </a:rPr>
              <a:t>Earth Science student at the University of Washington! </a:t>
            </a:r>
          </a:p>
          <a:p>
            <a:r>
              <a:rPr lang="en-US" sz="3600">
                <a:latin typeface="Calibri Light"/>
                <a:ea typeface="Calibri Light"/>
                <a:cs typeface="Calibri Light"/>
              </a:rPr>
              <a:t>My favorite rock is ___ 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9F99-8ABD-81AC-E742-387523B1C8DA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2AC04-241C-11E6-E1DB-524AA5882270}"/>
              </a:ext>
            </a:extLst>
          </p:cNvPr>
          <p:cNvSpPr txBox="1"/>
          <p:nvPr/>
        </p:nvSpPr>
        <p:spPr>
          <a:xfrm>
            <a:off x="7671584" y="6395131"/>
            <a:ext cx="50398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 Light"/>
                <a:ea typeface="Calibri Light"/>
                <a:cs typeface="Calibri Light"/>
              </a:rPr>
              <a:t>Caption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0060B4D-8C65-91ED-23FB-88EE2E7BFC9F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4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C546-1410-6B0F-F73A-23666CCE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6CF3-6357-48F0-BA0D-FC9E81F1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How do we classify rocks?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6814F-3D17-CD77-5EEC-63AD51AB9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410219"/>
            <a:ext cx="68513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000" b="1">
                <a:latin typeface="Calibri Light"/>
                <a:ea typeface="Calibri Light"/>
                <a:cs typeface="Calibri Light"/>
              </a:rPr>
              <a:t>3 types of rocks:</a:t>
            </a:r>
            <a:r>
              <a:rPr lang="en-US" sz="4000">
                <a:latin typeface="Calibri Light"/>
                <a:ea typeface="Calibri Light"/>
                <a:cs typeface="Calibri Light"/>
              </a:rPr>
              <a:t> 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Sedimentary </a:t>
            </a: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Igneous </a:t>
            </a: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Metamorphic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93674-E85C-8B03-4707-53BB376A6398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01321D4-7D35-2762-DBC9-19348C85879E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rown rock with stripes&#10;&#10;AI-generated content may be incorrect.">
            <a:extLst>
              <a:ext uri="{FF2B5EF4-FFF2-40B4-BE49-F238E27FC236}">
                <a16:creationId xmlns:a16="http://schemas.microsoft.com/office/drawing/2014/main" id="{FFA54F4C-4004-766B-6ACD-79C9F69C8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316" y="195262"/>
            <a:ext cx="3616569" cy="2428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close-up of a rock&#10;&#10;AI-generated content may be incorrect.">
            <a:extLst>
              <a:ext uri="{FF2B5EF4-FFF2-40B4-BE49-F238E27FC236}">
                <a16:creationId xmlns:a16="http://schemas.microsoft.com/office/drawing/2014/main" id="{08C690AD-9C13-D47F-1888-955556F1BE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5" t="6127" r="5742" b="8315"/>
          <a:stretch>
            <a:fillRect/>
          </a:stretch>
        </p:blipFill>
        <p:spPr>
          <a:xfrm>
            <a:off x="8327446" y="3203698"/>
            <a:ext cx="3224637" cy="2291238"/>
          </a:xfrm>
          <a:prstGeom prst="rect">
            <a:avLst/>
          </a:prstGeom>
        </p:spPr>
      </p:pic>
      <p:pic>
        <p:nvPicPr>
          <p:cNvPr id="13" name="Picture 12" descr="A close-up of a rock&#10;&#10;AI-generated content may be incorrect.">
            <a:extLst>
              <a:ext uri="{FF2B5EF4-FFF2-40B4-BE49-F238E27FC236}">
                <a16:creationId xmlns:a16="http://schemas.microsoft.com/office/drawing/2014/main" id="{722F2EC6-1048-0F1A-9615-FCAC2B3CE8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11" r="170" b="283"/>
          <a:stretch>
            <a:fillRect/>
          </a:stretch>
        </p:blipFill>
        <p:spPr>
          <a:xfrm>
            <a:off x="4184540" y="3585430"/>
            <a:ext cx="3256937" cy="2061072"/>
          </a:xfrm>
          <a:prstGeom prst="rect">
            <a:avLst/>
          </a:prstGeom>
          <a:ln>
            <a:noFill/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BCCD60-347C-31BA-F616-5F79FAE29A3C}"/>
              </a:ext>
            </a:extLst>
          </p:cNvPr>
          <p:cNvCxnSpPr/>
          <p:nvPr/>
        </p:nvCxnSpPr>
        <p:spPr>
          <a:xfrm>
            <a:off x="3351696" y="3965662"/>
            <a:ext cx="1008347" cy="6223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102A53-C60F-BCF7-5BFA-855D8866DB04}"/>
              </a:ext>
            </a:extLst>
          </p:cNvPr>
          <p:cNvSpPr txBox="1"/>
          <p:nvPr/>
        </p:nvSpPr>
        <p:spPr>
          <a:xfrm>
            <a:off x="5281246" y="5574323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000000"/>
                </a:solidFill>
                <a:latin typeface="Calibri Light"/>
              </a:rPr>
              <a:t>Gneiss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alibri Light"/>
              </a:rPr>
              <a:t> </a:t>
            </a:r>
            <a:endParaRPr lang="en-US" sz="3200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CB5C5D-4FE5-46EA-8820-58EF214ECBA6}"/>
              </a:ext>
            </a:extLst>
          </p:cNvPr>
          <p:cNvSpPr txBox="1"/>
          <p:nvPr/>
        </p:nvSpPr>
        <p:spPr>
          <a:xfrm>
            <a:off x="9349153" y="5539153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Granite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E2EE7-BEE5-4EE4-F23A-E5B39B7CFF86}"/>
              </a:ext>
            </a:extLst>
          </p:cNvPr>
          <p:cNvSpPr txBox="1"/>
          <p:nvPr/>
        </p:nvSpPr>
        <p:spPr>
          <a:xfrm>
            <a:off x="9143998" y="2625967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Sandstone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3A5B4F-926A-ADE2-A29E-947E0A8B3731}"/>
              </a:ext>
            </a:extLst>
          </p:cNvPr>
          <p:cNvCxnSpPr>
            <a:cxnSpLocks/>
          </p:cNvCxnSpPr>
          <p:nvPr/>
        </p:nvCxnSpPr>
        <p:spPr>
          <a:xfrm>
            <a:off x="3035172" y="3080569"/>
            <a:ext cx="5190821" cy="2513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EA9BDE-54FE-70D6-9BFA-EEFCCC8A6610}"/>
              </a:ext>
            </a:extLst>
          </p:cNvPr>
          <p:cNvCxnSpPr>
            <a:cxnSpLocks/>
          </p:cNvCxnSpPr>
          <p:nvPr/>
        </p:nvCxnSpPr>
        <p:spPr>
          <a:xfrm flipV="1">
            <a:off x="3814756" y="1702372"/>
            <a:ext cx="4200222" cy="657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57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B80B5-C826-DEE8-ECDE-BCFD2462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021C-751B-A56C-18CA-253CD45B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Sedimentary Rocks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E98CF-448D-CB7B-A1A0-3E4CA9762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1708" y="1410219"/>
            <a:ext cx="768371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Sedimentary rocks are the most common type of rocks on Earth's surface!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 dirty="0">
                <a:latin typeface="Calibri Light"/>
                <a:ea typeface="Calibri Light"/>
                <a:cs typeface="Calibri Light"/>
              </a:rPr>
              <a:t>May contain fossils like shells</a:t>
            </a: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Can form in layers 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Deposited at the Earth's surface by wind, water, ice, or biology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sz="40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89D12-5E04-72C7-B9E8-F17100B62C26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DB5A7FE-1B44-2106-4AB4-A6BD48062FAB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ece of white stone with a hole in it&#10;&#10;AI-generated content may be incorrect.">
            <a:extLst>
              <a:ext uri="{FF2B5EF4-FFF2-40B4-BE49-F238E27FC236}">
                <a16:creationId xmlns:a16="http://schemas.microsoft.com/office/drawing/2014/main" id="{152D847A-729C-B796-9012-9CCB89BC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76" r="183" b="9505"/>
          <a:stretch>
            <a:fillRect/>
          </a:stretch>
        </p:blipFill>
        <p:spPr>
          <a:xfrm>
            <a:off x="8135644" y="593583"/>
            <a:ext cx="3593480" cy="2695756"/>
          </a:xfrm>
          <a:prstGeom prst="rect">
            <a:avLst/>
          </a:prstGeom>
        </p:spPr>
      </p:pic>
      <p:pic>
        <p:nvPicPr>
          <p:cNvPr id="13" name="Picture 12" descr="A brown rock with stripes&#10;&#10;AI-generated content may be incorrect.">
            <a:extLst>
              <a:ext uri="{FF2B5EF4-FFF2-40B4-BE49-F238E27FC236}">
                <a16:creationId xmlns:a16="http://schemas.microsoft.com/office/drawing/2014/main" id="{A2278E40-E88C-839C-C2A9-F2D841B1F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885" y="3583231"/>
            <a:ext cx="3616569" cy="2428875"/>
          </a:xfrm>
          <a:prstGeom prst="rect">
            <a:avLst/>
          </a:prstGeom>
          <a:ln>
            <a:noFill/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2AAD05-A879-32BB-CC3C-6BACBD27A20C}"/>
              </a:ext>
            </a:extLst>
          </p:cNvPr>
          <p:cNvCxnSpPr/>
          <p:nvPr/>
        </p:nvCxnSpPr>
        <p:spPr>
          <a:xfrm flipV="1">
            <a:off x="6875958" y="2652808"/>
            <a:ext cx="2972975" cy="7470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C5101A-0F58-3F42-10DE-3C29DDF82350}"/>
              </a:ext>
            </a:extLst>
          </p:cNvPr>
          <p:cNvCxnSpPr>
            <a:cxnSpLocks/>
          </p:cNvCxnSpPr>
          <p:nvPr/>
        </p:nvCxnSpPr>
        <p:spPr>
          <a:xfrm>
            <a:off x="4748219" y="4202893"/>
            <a:ext cx="3945990" cy="349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446755-8F2D-49BA-6CEE-DCBDADF9504C}"/>
              </a:ext>
            </a:extLst>
          </p:cNvPr>
          <p:cNvSpPr txBox="1"/>
          <p:nvPr/>
        </p:nvSpPr>
        <p:spPr>
          <a:xfrm>
            <a:off x="8855240" y="83293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Limestone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5AE6B-3F7A-4264-F540-D62F41DA291A}"/>
              </a:ext>
            </a:extLst>
          </p:cNvPr>
          <p:cNvSpPr txBox="1"/>
          <p:nvPr/>
        </p:nvSpPr>
        <p:spPr>
          <a:xfrm>
            <a:off x="10339135" y="562584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 Light"/>
                <a:ea typeface="Calibri Light"/>
                <a:cs typeface="Calibri Light"/>
              </a:rPr>
              <a:t>Sandstone</a:t>
            </a:r>
            <a:endParaRPr lang="en-US" sz="24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0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1CB0-2FEA-FFA1-EE5B-838FB779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E35C-FDE5-15E8-9F14-1631A95D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Igneous Rocks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5D78F-F7B7-AAB7-676F-8B2FDFBD0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847" y="1410219"/>
            <a:ext cx="80002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Form when molten rock like magma or lava cools and solidifies!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Large or small crystals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 dirty="0">
                <a:latin typeface="Calibri Light"/>
                <a:ea typeface="Calibri Light"/>
                <a:cs typeface="Calibri Light"/>
              </a:rPr>
              <a:t>Holes where air poc</a:t>
            </a:r>
            <a:r>
              <a:rPr lang="en-US" sz="4000">
                <a:latin typeface="Calibri Light"/>
                <a:ea typeface="Calibri Light"/>
                <a:cs typeface="Calibri Light"/>
              </a:rPr>
              <a:t>kets used to be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No layering 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Hard rocks</a:t>
            </a: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sz="40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5BB34-FD4A-4F4E-DD16-27F15225E56D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71EC3A4-6575-BA2E-070E-86676559E809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obsidian">
            <a:extLst>
              <a:ext uri="{FF2B5EF4-FFF2-40B4-BE49-F238E27FC236}">
                <a16:creationId xmlns:a16="http://schemas.microsoft.com/office/drawing/2014/main" id="{D9FF010B-AAD5-63C3-DD31-4B854B388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277" y="3107938"/>
            <a:ext cx="3686907" cy="2963295"/>
          </a:xfrm>
          <a:prstGeom prst="rect">
            <a:avLst/>
          </a:prstGeom>
        </p:spPr>
      </p:pic>
      <p:pic>
        <p:nvPicPr>
          <p:cNvPr id="6" name="Picture 5" descr="basalt">
            <a:extLst>
              <a:ext uri="{FF2B5EF4-FFF2-40B4-BE49-F238E27FC236}">
                <a16:creationId xmlns:a16="http://schemas.microsoft.com/office/drawing/2014/main" id="{5C77F2FD-C203-3261-FAAB-417933B3D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483" y="198508"/>
            <a:ext cx="3176952" cy="242330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3B22C6-9004-2334-C04D-D85DC12489C2}"/>
              </a:ext>
            </a:extLst>
          </p:cNvPr>
          <p:cNvCxnSpPr/>
          <p:nvPr/>
        </p:nvCxnSpPr>
        <p:spPr>
          <a:xfrm flipV="1">
            <a:off x="8070533" y="1735873"/>
            <a:ext cx="1671713" cy="1655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91DCF4-A597-3483-0533-F13711963B82}"/>
              </a:ext>
            </a:extLst>
          </p:cNvPr>
          <p:cNvSpPr txBox="1"/>
          <p:nvPr/>
        </p:nvSpPr>
        <p:spPr>
          <a:xfrm>
            <a:off x="8622629" y="83293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Basalt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C24EE-2B2A-607E-2233-1A6CF7D5E07A}"/>
              </a:ext>
            </a:extLst>
          </p:cNvPr>
          <p:cNvSpPr txBox="1"/>
          <p:nvPr/>
        </p:nvSpPr>
        <p:spPr>
          <a:xfrm>
            <a:off x="10379240" y="5513545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 Light"/>
                <a:ea typeface="Calibri Light"/>
                <a:cs typeface="Calibri Light"/>
              </a:rPr>
              <a:t>Obsidian</a:t>
            </a:r>
            <a:endParaRPr lang="en-US" sz="28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7165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4E35-30BA-CB5D-18D7-C50D9B8A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D3C5-74C3-786D-280D-B27FEE38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Metamorphic Rocks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57672-9C75-572A-7958-537FE44F6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1708" y="1410219"/>
            <a:ext cx="768371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/>
            <a:r>
              <a:rPr lang="en-US" sz="4000" dirty="0">
                <a:latin typeface="Calibri Light"/>
                <a:ea typeface="Calibri Light"/>
                <a:cs typeface="Calibri Light"/>
              </a:rPr>
              <a:t>Formed by the </a:t>
            </a:r>
            <a:r>
              <a:rPr lang="en-US" sz="4000">
                <a:latin typeface="Calibri Light"/>
                <a:ea typeface="Calibri Light"/>
                <a:cs typeface="Calibri Light"/>
              </a:rPr>
              <a:t>transformation of existing rocks by heat and pressure! 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 dirty="0">
                <a:latin typeface="Calibri Light"/>
                <a:ea typeface="Calibri Light"/>
                <a:cs typeface="Calibri Light"/>
              </a:rPr>
              <a:t>May have wavy or </a:t>
            </a:r>
            <a:r>
              <a:rPr lang="en-US" sz="4000">
                <a:latin typeface="Calibri Light"/>
                <a:ea typeface="Calibri Light"/>
                <a:cs typeface="Calibri Light"/>
              </a:rPr>
              <a:t>straight layers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!</a:t>
            </a:r>
          </a:p>
          <a:p>
            <a:pPr marL="571500" indent="-571500"/>
            <a:r>
              <a:rPr lang="en-US" sz="4000" dirty="0">
                <a:latin typeface="Calibri Light"/>
                <a:ea typeface="Calibri Light"/>
                <a:cs typeface="Calibri Light"/>
              </a:rPr>
              <a:t>Contain Metamorphic minerals such as garnet (red) and mica (flat and shiny)</a:t>
            </a: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sz="40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1517A-FFC3-9220-01A6-FD5E63CD987E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9C4D56-FA1C-458A-FB46-C3FC75128C84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neiss (with polished face)">
            <a:extLst>
              <a:ext uri="{FF2B5EF4-FFF2-40B4-BE49-F238E27FC236}">
                <a16:creationId xmlns:a16="http://schemas.microsoft.com/office/drawing/2014/main" id="{DCFF5EA6-4B1C-0D39-BF36-4A6191432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306" y="576772"/>
            <a:ext cx="2967789" cy="2672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19789-1DBF-3EFB-BB27-0C9AF19E7A52}"/>
              </a:ext>
            </a:extLst>
          </p:cNvPr>
          <p:cNvSpPr txBox="1"/>
          <p:nvPr/>
        </p:nvSpPr>
        <p:spPr>
          <a:xfrm>
            <a:off x="9713492" y="3082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Gneiss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pic>
        <p:nvPicPr>
          <p:cNvPr id="9" name="Picture 8" descr="Gneiss: Characteristics, Formation and Identification">
            <a:extLst>
              <a:ext uri="{FF2B5EF4-FFF2-40B4-BE49-F238E27FC236}">
                <a16:creationId xmlns:a16="http://schemas.microsoft.com/office/drawing/2014/main" id="{99BBEFDA-DA4A-0ACD-215C-80E07B39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305" y="3245147"/>
            <a:ext cx="2743200" cy="27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9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BA444-38FD-9B0B-4910-2DEE69B19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BBE7-BB30-7D32-4277-CC876856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75" y="2765552"/>
            <a:ext cx="10468708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How do we describe rocks?</a:t>
            </a:r>
            <a:endParaRPr lang="en-US" sz="72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30DC7-CDE8-C1D0-0C02-F16F0543F960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6C16D-C233-86F5-4E2A-8F0F0A025724}"/>
              </a:ext>
            </a:extLst>
          </p:cNvPr>
          <p:cNvSpPr/>
          <p:nvPr/>
        </p:nvSpPr>
        <p:spPr>
          <a:xfrm>
            <a:off x="-9746" y="2327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21" name="Picture 20" descr="Rockin' Out Outreach | Department of Earth and Space Sciences">
            <a:extLst>
              <a:ext uri="{FF2B5EF4-FFF2-40B4-BE49-F238E27FC236}">
                <a16:creationId xmlns:a16="http://schemas.microsoft.com/office/drawing/2014/main" id="{9945CCCC-6DF8-22F7-71ED-0A3E9B39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060" y="5410183"/>
            <a:ext cx="1562759" cy="13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66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2521-07D1-7BEF-B79A-FBAE7BB6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EEE7-A2D5-2828-A5E0-78E7C4AC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How do we describe rocks?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45FBC-C7AD-E508-F748-061A0A3AE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410219"/>
            <a:ext cx="7484419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Size 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Shape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Texture</a:t>
            </a: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Angularity (sharp/round edges)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Color</a:t>
            </a: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Weight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Hardness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sz="40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687FE0-331A-4410-AC4C-BD31E516FC2A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A8F945-856F-E18F-8F8E-1FBAE5BFBD67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oup of rocks with measurements&#10;&#10;AI-generated content may be incorrect.">
            <a:extLst>
              <a:ext uri="{FF2B5EF4-FFF2-40B4-BE49-F238E27FC236}">
                <a16:creationId xmlns:a16="http://schemas.microsoft.com/office/drawing/2014/main" id="{F1E68EB8-E922-FA72-3117-C154DB2F1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8" t="-574" r="37747"/>
          <a:stretch>
            <a:fillRect/>
          </a:stretch>
        </p:blipFill>
        <p:spPr>
          <a:xfrm>
            <a:off x="8210800" y="748581"/>
            <a:ext cx="3464842" cy="461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0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The Rock Cycle Song">
            <a:hlinkClick r:id="" action="ppaction://noaction"/>
            <a:extLst>
              <a:ext uri="{FF2B5EF4-FFF2-40B4-BE49-F238E27FC236}">
                <a16:creationId xmlns:a16="http://schemas.microsoft.com/office/drawing/2014/main" id="{699E4654-1259-CD62-2DFF-24EF21BFAFAB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88343" y="511880"/>
            <a:ext cx="9605432" cy="54179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A9387C-7135-FA5E-B376-3CEB9FFF0835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01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FB7F-E99C-2B79-E151-117616A9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58B0-F9D7-C748-FAC4-320E0EBB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86829"/>
            <a:ext cx="10515600" cy="1325563"/>
          </a:xfrm>
        </p:spPr>
        <p:txBody>
          <a:bodyPr/>
          <a:lstStyle/>
          <a:p>
            <a:r>
              <a:rPr lang="en-US" sz="54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Activity for today! </a:t>
            </a:r>
            <a:endParaRPr lang="en-US" sz="54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9DFEB-368A-4AAE-4FA6-419776E0A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093" y="1363328"/>
            <a:ext cx="8258142" cy="479095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>
                <a:latin typeface="Calibri Light"/>
                <a:ea typeface="Calibri Light"/>
                <a:cs typeface="Calibri Light"/>
              </a:rPr>
              <a:t>Look at the rocks in your box! </a:t>
            </a:r>
            <a:endParaRPr lang="en-US" sz="4000" b="1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What </a:t>
            </a:r>
            <a:r>
              <a:rPr lang="en-US" sz="4000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colors</a:t>
            </a:r>
            <a:r>
              <a:rPr lang="en-US" sz="4000">
                <a:latin typeface="Calibri Light"/>
                <a:ea typeface="Calibri Light"/>
                <a:cs typeface="Calibri Light"/>
              </a:rPr>
              <a:t> do you see? 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Are your rocks shiny or sparkly?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How hard are your rocks?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Heavy or light?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Round or angular?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571500" indent="-571500"/>
            <a:r>
              <a:rPr lang="en-US" sz="4000">
                <a:latin typeface="Calibri Light"/>
                <a:ea typeface="Calibri Light"/>
                <a:cs typeface="Calibri Light"/>
              </a:rPr>
              <a:t>How would you classify your rock? (Sedimentary, Igneous, Metamorphic) </a:t>
            </a:r>
            <a:endParaRPr lang="en-US" sz="4000" dirty="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sz="40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173DBB-D839-CBE8-65FF-838DF466CADA}"/>
              </a:ext>
            </a:extLst>
          </p:cNvPr>
          <p:cNvSpPr/>
          <p:nvPr/>
        </p:nvSpPr>
        <p:spPr>
          <a:xfrm>
            <a:off x="-3884" y="6074882"/>
            <a:ext cx="12203653" cy="800350"/>
          </a:xfrm>
          <a:prstGeom prst="rect">
            <a:avLst/>
          </a:prstGeom>
          <a:solidFill>
            <a:srgbClr val="7030A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64F05C-05C4-5C25-1BC3-939D81872814}"/>
              </a:ext>
            </a:extLst>
          </p:cNvPr>
          <p:cNvCxnSpPr/>
          <p:nvPr/>
        </p:nvCxnSpPr>
        <p:spPr>
          <a:xfrm>
            <a:off x="170567" y="1153191"/>
            <a:ext cx="7266615" cy="236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lastic container with rocks in it&#10;&#10;Description automatically generated">
            <a:extLst>
              <a:ext uri="{FF2B5EF4-FFF2-40B4-BE49-F238E27FC236}">
                <a16:creationId xmlns:a16="http://schemas.microsoft.com/office/drawing/2014/main" id="{C7FC7D61-AA00-44D1-B022-F84E5852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340" y="542192"/>
            <a:ext cx="3749919" cy="514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97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872968C-E53C-FFC9-E649-9ADD15F42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83" y="25046"/>
            <a:ext cx="5469925" cy="1387346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Sedimentary Rocks</a:t>
            </a:r>
            <a:endParaRPr lang="en-US" sz="36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11" name="Picture 10" descr="A piece of white stone with a hole in it&#10;&#10;AI-generated content may be incorrect.">
            <a:extLst>
              <a:ext uri="{FF2B5EF4-FFF2-40B4-BE49-F238E27FC236}">
                <a16:creationId xmlns:a16="http://schemas.microsoft.com/office/drawing/2014/main" id="{2746A0E8-20BD-4F53-9788-3ABBBBE5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76" r="183" b="9505"/>
          <a:stretch>
            <a:fillRect/>
          </a:stretch>
        </p:blipFill>
        <p:spPr>
          <a:xfrm>
            <a:off x="134644" y="1540934"/>
            <a:ext cx="3593480" cy="2695756"/>
          </a:xfrm>
          <a:prstGeom prst="rect">
            <a:avLst/>
          </a:prstGeom>
        </p:spPr>
      </p:pic>
      <p:pic>
        <p:nvPicPr>
          <p:cNvPr id="13" name="Picture 12" descr="A brown rock with stripes&#10;&#10;AI-generated content may be incorrect.">
            <a:extLst>
              <a:ext uri="{FF2B5EF4-FFF2-40B4-BE49-F238E27FC236}">
                <a16:creationId xmlns:a16="http://schemas.microsoft.com/office/drawing/2014/main" id="{A8B4F433-FF1B-7BE5-EBD3-12661D2E0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9" y="4221663"/>
            <a:ext cx="3616569" cy="2428875"/>
          </a:xfrm>
          <a:prstGeom prst="rect">
            <a:avLst/>
          </a:prstGeom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5B7CFD-5566-F8B5-3165-5FC6EF30A573}"/>
              </a:ext>
            </a:extLst>
          </p:cNvPr>
          <p:cNvSpPr txBox="1"/>
          <p:nvPr/>
        </p:nvSpPr>
        <p:spPr>
          <a:xfrm>
            <a:off x="854240" y="1030644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Limestone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8198A8-A70B-F935-9D11-CD68C7CF3B08}"/>
              </a:ext>
            </a:extLst>
          </p:cNvPr>
          <p:cNvSpPr txBox="1"/>
          <p:nvPr/>
        </p:nvSpPr>
        <p:spPr>
          <a:xfrm>
            <a:off x="2358729" y="6264272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 Light"/>
                <a:ea typeface="Calibri Light"/>
                <a:cs typeface="Calibri Light"/>
              </a:rPr>
              <a:t>Sa</a:t>
            </a:r>
            <a:r>
              <a:rPr lang="en-US" sz="2000">
                <a:latin typeface="Calibri Light"/>
                <a:ea typeface="Calibri Light"/>
                <a:cs typeface="Calibri Light"/>
              </a:rPr>
              <a:t>ndstone</a:t>
            </a:r>
          </a:p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BE1AE9A-D27F-1A07-EEDE-61479C897CCE}"/>
              </a:ext>
            </a:extLst>
          </p:cNvPr>
          <p:cNvSpPr txBox="1">
            <a:spLocks/>
          </p:cNvSpPr>
          <p:nvPr/>
        </p:nvSpPr>
        <p:spPr>
          <a:xfrm>
            <a:off x="4558659" y="250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Igneous Rocks</a:t>
            </a:r>
            <a:endParaRPr lang="en-US" sz="3200" b="1" dirty="0">
              <a:solidFill>
                <a:srgbClr val="7030A0"/>
              </a:solidFill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25" name="Picture 24" descr="obsidian">
            <a:extLst>
              <a:ext uri="{FF2B5EF4-FFF2-40B4-BE49-F238E27FC236}">
                <a16:creationId xmlns:a16="http://schemas.microsoft.com/office/drawing/2014/main" id="{136A77EF-FE70-D5DA-24C3-54D5A1D42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682" y="3633100"/>
            <a:ext cx="3686907" cy="2963295"/>
          </a:xfrm>
          <a:prstGeom prst="rect">
            <a:avLst/>
          </a:prstGeom>
        </p:spPr>
      </p:pic>
      <p:pic>
        <p:nvPicPr>
          <p:cNvPr id="27" name="Picture 26" descr="basalt">
            <a:extLst>
              <a:ext uri="{FF2B5EF4-FFF2-40B4-BE49-F238E27FC236}">
                <a16:creationId xmlns:a16="http://schemas.microsoft.com/office/drawing/2014/main" id="{69215287-6961-339E-E006-BB020B19A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105" y="1279724"/>
            <a:ext cx="3176952" cy="24233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A7BF0AE-5A9E-2E8B-04DB-7D1776FCF0C9}"/>
              </a:ext>
            </a:extLst>
          </p:cNvPr>
          <p:cNvSpPr txBox="1"/>
          <p:nvPr/>
        </p:nvSpPr>
        <p:spPr>
          <a:xfrm>
            <a:off x="4349251" y="1164509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Basalt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77A91E-E527-AA24-72E3-4EA7AE454DC5}"/>
              </a:ext>
            </a:extLst>
          </p:cNvPr>
          <p:cNvSpPr txBox="1"/>
          <p:nvPr/>
        </p:nvSpPr>
        <p:spPr>
          <a:xfrm>
            <a:off x="6167645" y="6038707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 Light"/>
                <a:ea typeface="Calibri Light"/>
                <a:cs typeface="Calibri Light"/>
              </a:rPr>
              <a:t>Obsidian</a:t>
            </a:r>
            <a:endParaRPr lang="en-US" sz="28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BC604B-CA4C-CCD9-BD62-AD5201F4D639}"/>
              </a:ext>
            </a:extLst>
          </p:cNvPr>
          <p:cNvCxnSpPr/>
          <p:nvPr/>
        </p:nvCxnSpPr>
        <p:spPr>
          <a:xfrm>
            <a:off x="4045128" y="293348"/>
            <a:ext cx="46318" cy="620664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2B7B0C-9558-94C3-4D41-54D719FF993F}"/>
              </a:ext>
            </a:extLst>
          </p:cNvPr>
          <p:cNvCxnSpPr>
            <a:cxnSpLocks/>
          </p:cNvCxnSpPr>
          <p:nvPr/>
        </p:nvCxnSpPr>
        <p:spPr>
          <a:xfrm>
            <a:off x="7947804" y="293348"/>
            <a:ext cx="46318" cy="620664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70E97724-3EC4-C03A-E6AE-0414BFA7117A}"/>
              </a:ext>
            </a:extLst>
          </p:cNvPr>
          <p:cNvSpPr txBox="1">
            <a:spLocks/>
          </p:cNvSpPr>
          <p:nvPr/>
        </p:nvSpPr>
        <p:spPr>
          <a:xfrm>
            <a:off x="8306875" y="44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solidFill>
                  <a:srgbClr val="7030A0"/>
                </a:solidFill>
                <a:latin typeface="Calibri Light"/>
                <a:ea typeface="Calibri Light"/>
                <a:cs typeface="Calibri Light"/>
              </a:rPr>
              <a:t>Metamorphic Rocks</a:t>
            </a:r>
          </a:p>
        </p:txBody>
      </p:sp>
      <p:pic>
        <p:nvPicPr>
          <p:cNvPr id="37" name="Picture 36" descr="gneiss (with polished face)">
            <a:extLst>
              <a:ext uri="{FF2B5EF4-FFF2-40B4-BE49-F238E27FC236}">
                <a16:creationId xmlns:a16="http://schemas.microsoft.com/office/drawing/2014/main" id="{647F1324-4DA9-E06E-856D-DF371020F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549" y="1369664"/>
            <a:ext cx="2967789" cy="267249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8F67F85-CA02-2DAE-D399-F2AD6ED89F88}"/>
              </a:ext>
            </a:extLst>
          </p:cNvPr>
          <p:cNvSpPr txBox="1"/>
          <p:nvPr/>
        </p:nvSpPr>
        <p:spPr>
          <a:xfrm>
            <a:off x="9548735" y="795974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libri Light"/>
                <a:ea typeface="Calibri Light"/>
                <a:cs typeface="Calibri Light"/>
              </a:rPr>
              <a:t>Gneiss</a:t>
            </a:r>
            <a:endParaRPr lang="en-US" sz="3200" dirty="0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latin typeface="Aptos" panose="02110004020202020204"/>
              <a:ea typeface="Calibri Light"/>
              <a:cs typeface="Calibri Light"/>
            </a:endParaRPr>
          </a:p>
        </p:txBody>
      </p:sp>
      <p:pic>
        <p:nvPicPr>
          <p:cNvPr id="41" name="Picture 40" descr="Gneiss: Characteristics, Formation and Identification">
            <a:extLst>
              <a:ext uri="{FF2B5EF4-FFF2-40B4-BE49-F238E27FC236}">
                <a16:creationId xmlns:a16="http://schemas.microsoft.com/office/drawing/2014/main" id="{D40DDE1F-37F7-D604-5862-B547C3C62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548" y="4027742"/>
            <a:ext cx="2743200" cy="27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8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Rocks and Minerals!</vt:lpstr>
      <vt:lpstr>Sophia Robillard</vt:lpstr>
      <vt:lpstr>Reid Alexander</vt:lpstr>
      <vt:lpstr>Name</vt:lpstr>
      <vt:lpstr>How do we classify rocks?</vt:lpstr>
      <vt:lpstr>Sedimentary Rocks</vt:lpstr>
      <vt:lpstr>Igneous Rocks</vt:lpstr>
      <vt:lpstr>Metamorphic Rocks</vt:lpstr>
      <vt:lpstr>How do we describe rocks?</vt:lpstr>
      <vt:lpstr>How do we describe rocks?</vt:lpstr>
      <vt:lpstr>PowerPoint Presentation</vt:lpstr>
      <vt:lpstr>Activity for today! </vt:lpstr>
      <vt:lpstr>Sedimentary Rocks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486</cp:revision>
  <dcterms:created xsi:type="dcterms:W3CDTF">2026-05-20T02:27:50Z</dcterms:created>
  <dcterms:modified xsi:type="dcterms:W3CDTF">2026-06-05T19:28:35Z</dcterms:modified>
</cp:coreProperties>
</file>